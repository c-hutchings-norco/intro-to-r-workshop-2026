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package/2006/relationships/metadata/extended-properties" Target="docProps/app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62" r:id="rId3"/>
    <p:sldId id="2563" r:id="rId4"/>
    <p:sldId id="2569" r:id="rId5"/>
    <p:sldId id="2564" r:id="rId6"/>
    <p:sldId id="2566" r:id="rId7"/>
    <p:sldId id="2570" r:id="rId8"/>
    <p:sldId id="2568" r:id="rId9"/>
    <p:sldId id="257" r:id="rId10"/>
    <p:sldId id="258" r:id="rId11"/>
    <p:sldId id="260" r:id="rId12"/>
    <p:sldId id="261" r:id="rId13"/>
    <p:sldId id="263" r:id="rId14"/>
    <p:sldId id="264" r:id="rId15"/>
    <p:sldId id="266" r:id="rId16"/>
    <p:sldId id="267" r:id="rId17"/>
    <p:sldId id="268" r:id="rId18"/>
    <p:sldId id="269" r:id="rId19"/>
    <p:sldId id="270" r:id="rId20"/>
    <p:sldId id="271" r:id="rId21"/>
    <p:sldId id="272" r:id="rId22"/>
    <p:sldId id="273" r:id="rId23"/>
    <p:sldId id="274" r:id="rId24"/>
    <p:sldId id="275" r:id="rId25"/>
    <p:sldId id="276" r:id="rId26"/>
    <p:sldId id="280" r:id="rId27"/>
    <p:sldId id="281" r:id="rId28"/>
    <p:sldId id="282" r:id="rId29"/>
    <p:sldId id="277" r:id="rId30"/>
    <p:sldId id="278" r:id="rId31"/>
    <p:sldId id="279" r:id="rId32"/>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F986A61-C12A-4339-945A-F92ACA14E513}" v="8" dt="2026-05-17T03:10:57.62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43" autoAdjust="0"/>
    <p:restoredTop sz="94694" autoAdjust="0"/>
  </p:normalViewPr>
  <p:slideViewPr>
    <p:cSldViewPr snapToGrid="0" snapToObjects="1">
      <p:cViewPr varScale="1">
        <p:scale>
          <a:sx n="103" d="100"/>
          <a:sy n="103" d="100"/>
        </p:scale>
        <p:origin x="114" y="234"/>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utchings, Caroline" userId="3a668ad8-ca6f-4b4f-a92d-c0f71fc7d6eb" providerId="ADAL" clId="{D01C7191-9178-4CD1-9DE4-E6CF5F019065}"/>
    <pc:docChg chg="undo custSel addSld delSld modSld sldOrd">
      <pc:chgData name="Hutchings, Caroline" userId="3a668ad8-ca6f-4b4f-a92d-c0f71fc7d6eb" providerId="ADAL" clId="{D01C7191-9178-4CD1-9DE4-E6CF5F019065}" dt="2026-05-17T04:03:13.479" v="422" actId="47"/>
      <pc:docMkLst>
        <pc:docMk/>
      </pc:docMkLst>
      <pc:sldChg chg="modSp del mod">
        <pc:chgData name="Hutchings, Caroline" userId="3a668ad8-ca6f-4b4f-a92d-c0f71fc7d6eb" providerId="ADAL" clId="{D01C7191-9178-4CD1-9DE4-E6CF5F019065}" dt="2026-05-17T03:11:02.355" v="417" actId="47"/>
        <pc:sldMkLst>
          <pc:docMk/>
          <pc:sldMk cId="0" sldId="262"/>
        </pc:sldMkLst>
        <pc:spChg chg="mod">
          <ac:chgData name="Hutchings, Caroline" userId="3a668ad8-ca6f-4b4f-a92d-c0f71fc7d6eb" providerId="ADAL" clId="{D01C7191-9178-4CD1-9DE4-E6CF5F019065}" dt="2026-05-17T03:10:36.536" v="416" actId="21"/>
          <ac:spMkLst>
            <pc:docMk/>
            <pc:sldMk cId="0" sldId="262"/>
            <ac:spMk id="3" creationId="{00000000-0000-0000-0000-000000000000}"/>
          </ac:spMkLst>
        </pc:spChg>
      </pc:sldChg>
      <pc:sldChg chg="ord">
        <pc:chgData name="Hutchings, Caroline" userId="3a668ad8-ca6f-4b4f-a92d-c0f71fc7d6eb" providerId="ADAL" clId="{D01C7191-9178-4CD1-9DE4-E6CF5F019065}" dt="2026-05-17T04:01:48.507" v="419"/>
        <pc:sldMkLst>
          <pc:docMk/>
          <pc:sldMk cId="0" sldId="281"/>
        </pc:sldMkLst>
      </pc:sldChg>
      <pc:sldChg chg="ord">
        <pc:chgData name="Hutchings, Caroline" userId="3a668ad8-ca6f-4b4f-a92d-c0f71fc7d6eb" providerId="ADAL" clId="{D01C7191-9178-4CD1-9DE4-E6CF5F019065}" dt="2026-05-17T04:02:32.598" v="421"/>
        <pc:sldMkLst>
          <pc:docMk/>
          <pc:sldMk cId="0" sldId="282"/>
        </pc:sldMkLst>
      </pc:sldChg>
      <pc:sldChg chg="del">
        <pc:chgData name="Hutchings, Caroline" userId="3a668ad8-ca6f-4b4f-a92d-c0f71fc7d6eb" providerId="ADAL" clId="{D01C7191-9178-4CD1-9DE4-E6CF5F019065}" dt="2026-05-17T04:03:13.479" v="422" actId="47"/>
        <pc:sldMkLst>
          <pc:docMk/>
          <pc:sldMk cId="0" sldId="283"/>
        </pc:sldMkLst>
      </pc:sldChg>
      <pc:sldChg chg="addSp delSp modSp new mod setBg">
        <pc:chgData name="Hutchings, Caroline" userId="3a668ad8-ca6f-4b4f-a92d-c0f71fc7d6eb" providerId="ADAL" clId="{D01C7191-9178-4CD1-9DE4-E6CF5F019065}" dt="2026-05-17T02:49:20.139" v="158" actId="20577"/>
        <pc:sldMkLst>
          <pc:docMk/>
          <pc:sldMk cId="1544326581" sldId="2569"/>
        </pc:sldMkLst>
        <pc:spChg chg="mod">
          <ac:chgData name="Hutchings, Caroline" userId="3a668ad8-ca6f-4b4f-a92d-c0f71fc7d6eb" providerId="ADAL" clId="{D01C7191-9178-4CD1-9DE4-E6CF5F019065}" dt="2026-05-17T02:47:56.325" v="157" actId="26606"/>
          <ac:spMkLst>
            <pc:docMk/>
            <pc:sldMk cId="1544326581" sldId="2569"/>
            <ac:spMk id="2" creationId="{21EA1C47-C75E-2DA0-A8CB-156191345359}"/>
          </ac:spMkLst>
        </pc:spChg>
        <pc:spChg chg="add del mod">
          <ac:chgData name="Hutchings, Caroline" userId="3a668ad8-ca6f-4b4f-a92d-c0f71fc7d6eb" providerId="ADAL" clId="{D01C7191-9178-4CD1-9DE4-E6CF5F019065}" dt="2026-05-17T02:49:20.139" v="158" actId="20577"/>
          <ac:spMkLst>
            <pc:docMk/>
            <pc:sldMk cId="1544326581" sldId="2569"/>
            <ac:spMk id="3" creationId="{F78F3AFE-C60D-0545-9A98-67C238077939}"/>
          </ac:spMkLst>
        </pc:spChg>
        <pc:spChg chg="del mod">
          <ac:chgData name="Hutchings, Caroline" userId="3a668ad8-ca6f-4b4f-a92d-c0f71fc7d6eb" providerId="ADAL" clId="{D01C7191-9178-4CD1-9DE4-E6CF5F019065}" dt="2026-05-17T02:38:20.438" v="66" actId="931"/>
          <ac:spMkLst>
            <pc:docMk/>
            <pc:sldMk cId="1544326581" sldId="2569"/>
            <ac:spMk id="4" creationId="{8F69A38F-D8FD-7C5F-56CA-851AEF763BFE}"/>
          </ac:spMkLst>
        </pc:spChg>
        <pc:spChg chg="add mod">
          <ac:chgData name="Hutchings, Caroline" userId="3a668ad8-ca6f-4b4f-a92d-c0f71fc7d6eb" providerId="ADAL" clId="{D01C7191-9178-4CD1-9DE4-E6CF5F019065}" dt="2026-05-17T02:47:56.325" v="157" actId="26606"/>
          <ac:spMkLst>
            <pc:docMk/>
            <pc:sldMk cId="1544326581" sldId="2569"/>
            <ac:spMk id="8" creationId="{FDFAB037-58D2-0B3A-B7EF-503990FCE9E6}"/>
          </ac:spMkLst>
        </pc:spChg>
        <pc:spChg chg="add del">
          <ac:chgData name="Hutchings, Caroline" userId="3a668ad8-ca6f-4b4f-a92d-c0f71fc7d6eb" providerId="ADAL" clId="{D01C7191-9178-4CD1-9DE4-E6CF5F019065}" dt="2026-05-17T02:42:23.083" v="132" actId="26606"/>
          <ac:spMkLst>
            <pc:docMk/>
            <pc:sldMk cId="1544326581" sldId="2569"/>
            <ac:spMk id="13" creationId="{743AA782-23D1-4521-8CAD-47662984AA08}"/>
          </ac:spMkLst>
        </pc:spChg>
        <pc:spChg chg="add del">
          <ac:chgData name="Hutchings, Caroline" userId="3a668ad8-ca6f-4b4f-a92d-c0f71fc7d6eb" providerId="ADAL" clId="{D01C7191-9178-4CD1-9DE4-E6CF5F019065}" dt="2026-05-17T02:42:23.083" v="132" actId="26606"/>
          <ac:spMkLst>
            <pc:docMk/>
            <pc:sldMk cId="1544326581" sldId="2569"/>
            <ac:spMk id="15" creationId="{650D18FE-0824-4A46-B22C-A86B52E5780A}"/>
          </ac:spMkLst>
        </pc:spChg>
        <pc:spChg chg="add del">
          <ac:chgData name="Hutchings, Caroline" userId="3a668ad8-ca6f-4b4f-a92d-c0f71fc7d6eb" providerId="ADAL" clId="{D01C7191-9178-4CD1-9DE4-E6CF5F019065}" dt="2026-05-17T02:47:56.325" v="157" actId="26606"/>
          <ac:spMkLst>
            <pc:docMk/>
            <pc:sldMk cId="1544326581" sldId="2569"/>
            <ac:spMk id="20" creationId="{69D47016-023F-44BD-981C-50E7A10A6609}"/>
          </ac:spMkLst>
        </pc:spChg>
        <pc:spChg chg="add del">
          <ac:chgData name="Hutchings, Caroline" userId="3a668ad8-ca6f-4b4f-a92d-c0f71fc7d6eb" providerId="ADAL" clId="{D01C7191-9178-4CD1-9DE4-E6CF5F019065}" dt="2026-05-17T02:47:56.325" v="157" actId="26606"/>
          <ac:spMkLst>
            <pc:docMk/>
            <pc:sldMk cId="1544326581" sldId="2569"/>
            <ac:spMk id="22" creationId="{6D8B37B0-0682-433E-BC8D-498C04ABD9A7}"/>
          </ac:spMkLst>
        </pc:spChg>
        <pc:spChg chg="add">
          <ac:chgData name="Hutchings, Caroline" userId="3a668ad8-ca6f-4b4f-a92d-c0f71fc7d6eb" providerId="ADAL" clId="{D01C7191-9178-4CD1-9DE4-E6CF5F019065}" dt="2026-05-17T02:47:56.325" v="157" actId="26606"/>
          <ac:spMkLst>
            <pc:docMk/>
            <pc:sldMk cId="1544326581" sldId="2569"/>
            <ac:spMk id="27" creationId="{743AA782-23D1-4521-8CAD-47662984AA08}"/>
          </ac:spMkLst>
        </pc:spChg>
        <pc:spChg chg="add">
          <ac:chgData name="Hutchings, Caroline" userId="3a668ad8-ca6f-4b4f-a92d-c0f71fc7d6eb" providerId="ADAL" clId="{D01C7191-9178-4CD1-9DE4-E6CF5F019065}" dt="2026-05-17T02:47:56.325" v="157" actId="26606"/>
          <ac:spMkLst>
            <pc:docMk/>
            <pc:sldMk cId="1544326581" sldId="2569"/>
            <ac:spMk id="29" creationId="{71877DBC-BB60-40F0-AC93-2ACDBAAE60CE}"/>
          </ac:spMkLst>
        </pc:spChg>
        <pc:graphicFrameChg chg="add mod">
          <ac:chgData name="Hutchings, Caroline" userId="3a668ad8-ca6f-4b4f-a92d-c0f71fc7d6eb" providerId="ADAL" clId="{D01C7191-9178-4CD1-9DE4-E6CF5F019065}" dt="2026-05-17T02:36:09.794" v="30"/>
          <ac:graphicFrameMkLst>
            <pc:docMk/>
            <pc:sldMk cId="1544326581" sldId="2569"/>
            <ac:graphicFrameMk id="5" creationId="{1522FC9F-C1F1-3623-91AC-AD0B3346100B}"/>
          </ac:graphicFrameMkLst>
        </pc:graphicFrameChg>
        <pc:picChg chg="add mod">
          <ac:chgData name="Hutchings, Caroline" userId="3a668ad8-ca6f-4b4f-a92d-c0f71fc7d6eb" providerId="ADAL" clId="{D01C7191-9178-4CD1-9DE4-E6CF5F019065}" dt="2026-05-17T02:47:56.325" v="157" actId="26606"/>
          <ac:picMkLst>
            <pc:docMk/>
            <pc:sldMk cId="1544326581" sldId="2569"/>
            <ac:picMk id="7" creationId="{0F014469-ACC4-6234-E2BC-B9ACF1E42E38}"/>
          </ac:picMkLst>
        </pc:picChg>
        <pc:picChg chg="add del mod ord">
          <ac:chgData name="Hutchings, Caroline" userId="3a668ad8-ca6f-4b4f-a92d-c0f71fc7d6eb" providerId="ADAL" clId="{D01C7191-9178-4CD1-9DE4-E6CF5F019065}" dt="2026-05-17T02:47:36.173" v="133" actId="478"/>
          <ac:picMkLst>
            <pc:docMk/>
            <pc:sldMk cId="1544326581" sldId="2569"/>
            <ac:picMk id="10" creationId="{03B70DA4-25BE-898A-9EEF-D65BCE47386D}"/>
          </ac:picMkLst>
        </pc:picChg>
      </pc:sldChg>
      <pc:sldChg chg="addSp delSp modSp new mod setBg">
        <pc:chgData name="Hutchings, Caroline" userId="3a668ad8-ca6f-4b4f-a92d-c0f71fc7d6eb" providerId="ADAL" clId="{D01C7191-9178-4CD1-9DE4-E6CF5F019065}" dt="2026-05-17T03:09:33.285" v="415" actId="20577"/>
        <pc:sldMkLst>
          <pc:docMk/>
          <pc:sldMk cId="1516917188" sldId="2570"/>
        </pc:sldMkLst>
        <pc:spChg chg="mod">
          <ac:chgData name="Hutchings, Caroline" userId="3a668ad8-ca6f-4b4f-a92d-c0f71fc7d6eb" providerId="ADAL" clId="{D01C7191-9178-4CD1-9DE4-E6CF5F019065}" dt="2026-05-17T03:09:27.692" v="414" actId="26606"/>
          <ac:spMkLst>
            <pc:docMk/>
            <pc:sldMk cId="1516917188" sldId="2570"/>
            <ac:spMk id="2" creationId="{91D8F338-53D2-BAB1-947D-28C598EC8826}"/>
          </ac:spMkLst>
        </pc:spChg>
        <pc:spChg chg="mod">
          <ac:chgData name="Hutchings, Caroline" userId="3a668ad8-ca6f-4b4f-a92d-c0f71fc7d6eb" providerId="ADAL" clId="{D01C7191-9178-4CD1-9DE4-E6CF5F019065}" dt="2026-05-17T03:09:33.285" v="415" actId="20577"/>
          <ac:spMkLst>
            <pc:docMk/>
            <pc:sldMk cId="1516917188" sldId="2570"/>
            <ac:spMk id="3" creationId="{85CABD98-B951-87C6-98E7-B02D8D3881F4}"/>
          </ac:spMkLst>
        </pc:spChg>
        <pc:spChg chg="del">
          <ac:chgData name="Hutchings, Caroline" userId="3a668ad8-ca6f-4b4f-a92d-c0f71fc7d6eb" providerId="ADAL" clId="{D01C7191-9178-4CD1-9DE4-E6CF5F019065}" dt="2026-05-17T02:52:48.771" v="198" actId="22"/>
          <ac:spMkLst>
            <pc:docMk/>
            <pc:sldMk cId="1516917188" sldId="2570"/>
            <ac:spMk id="4" creationId="{F6D2BDAD-039F-A50D-8C4D-8F8D57AE08FC}"/>
          </ac:spMkLst>
        </pc:spChg>
        <pc:spChg chg="add del mod">
          <ac:chgData name="Hutchings, Caroline" userId="3a668ad8-ca6f-4b4f-a92d-c0f71fc7d6eb" providerId="ADAL" clId="{D01C7191-9178-4CD1-9DE4-E6CF5F019065}" dt="2026-05-17T03:06:01.563" v="348" actId="931"/>
          <ac:spMkLst>
            <pc:docMk/>
            <pc:sldMk cId="1516917188" sldId="2570"/>
            <ac:spMk id="8" creationId="{639AABBE-0F52-2A6B-5107-8A395CCBFDB0}"/>
          </ac:spMkLst>
        </pc:spChg>
        <pc:spChg chg="add">
          <ac:chgData name="Hutchings, Caroline" userId="3a668ad8-ca6f-4b4f-a92d-c0f71fc7d6eb" providerId="ADAL" clId="{D01C7191-9178-4CD1-9DE4-E6CF5F019065}" dt="2026-05-17T03:09:27.692" v="414" actId="26606"/>
          <ac:spMkLst>
            <pc:docMk/>
            <pc:sldMk cId="1516917188" sldId="2570"/>
            <ac:spMk id="15" creationId="{45D37F4E-DDB4-456B-97E0-9937730A039F}"/>
          </ac:spMkLst>
        </pc:spChg>
        <pc:spChg chg="add">
          <ac:chgData name="Hutchings, Caroline" userId="3a668ad8-ca6f-4b4f-a92d-c0f71fc7d6eb" providerId="ADAL" clId="{D01C7191-9178-4CD1-9DE4-E6CF5F019065}" dt="2026-05-17T03:09:27.692" v="414" actId="26606"/>
          <ac:spMkLst>
            <pc:docMk/>
            <pc:sldMk cId="1516917188" sldId="2570"/>
            <ac:spMk id="17" creationId="{B2DD41CD-8F47-4F56-AD12-4E2FF7696987}"/>
          </ac:spMkLst>
        </pc:spChg>
        <pc:picChg chg="add del mod ord">
          <ac:chgData name="Hutchings, Caroline" userId="3a668ad8-ca6f-4b4f-a92d-c0f71fc7d6eb" providerId="ADAL" clId="{D01C7191-9178-4CD1-9DE4-E6CF5F019065}" dt="2026-05-17T03:03:28.104" v="343" actId="478"/>
          <ac:picMkLst>
            <pc:docMk/>
            <pc:sldMk cId="1516917188" sldId="2570"/>
            <ac:picMk id="6" creationId="{A4836753-6447-5B97-8AA1-E9F378DDC84D}"/>
          </ac:picMkLst>
        </pc:picChg>
        <pc:picChg chg="add mod ord">
          <ac:chgData name="Hutchings, Caroline" userId="3a668ad8-ca6f-4b4f-a92d-c0f71fc7d6eb" providerId="ADAL" clId="{D01C7191-9178-4CD1-9DE4-E6CF5F019065}" dt="2026-05-17T03:09:27.692" v="414" actId="26606"/>
          <ac:picMkLst>
            <pc:docMk/>
            <pc:sldMk cId="1516917188" sldId="2570"/>
            <ac:picMk id="10" creationId="{84065BAC-4F68-E62D-8185-D108F3842589}"/>
          </ac:picMkLst>
        </pc:picChg>
      </pc:sldChg>
      <pc:sldChg chg="addSp delSp modSp new del mod modClrScheme chgLayout">
        <pc:chgData name="Hutchings, Caroline" userId="3a668ad8-ca6f-4b4f-a92d-c0f71fc7d6eb" providerId="ADAL" clId="{D01C7191-9178-4CD1-9DE4-E6CF5F019065}" dt="2026-05-17T02:50:40.993" v="165" actId="47"/>
        <pc:sldMkLst>
          <pc:docMk/>
          <pc:sldMk cId="1924464868" sldId="2570"/>
        </pc:sldMkLst>
        <pc:spChg chg="del mod ord">
          <ac:chgData name="Hutchings, Caroline" userId="3a668ad8-ca6f-4b4f-a92d-c0f71fc7d6eb" providerId="ADAL" clId="{D01C7191-9178-4CD1-9DE4-E6CF5F019065}" dt="2026-05-17T02:50:16.639" v="160" actId="700"/>
          <ac:spMkLst>
            <pc:docMk/>
            <pc:sldMk cId="1924464868" sldId="2570"/>
            <ac:spMk id="2" creationId="{BFC816D9-024C-7F8A-6300-4007E359ADA1}"/>
          </ac:spMkLst>
        </pc:spChg>
        <pc:spChg chg="del mod ord">
          <ac:chgData name="Hutchings, Caroline" userId="3a668ad8-ca6f-4b4f-a92d-c0f71fc7d6eb" providerId="ADAL" clId="{D01C7191-9178-4CD1-9DE4-E6CF5F019065}" dt="2026-05-17T02:50:16.639" v="160" actId="700"/>
          <ac:spMkLst>
            <pc:docMk/>
            <pc:sldMk cId="1924464868" sldId="2570"/>
            <ac:spMk id="3" creationId="{4679B0A9-9C2F-034C-B6ED-840EC479C56C}"/>
          </ac:spMkLst>
        </pc:spChg>
        <pc:spChg chg="del mod ord">
          <ac:chgData name="Hutchings, Caroline" userId="3a668ad8-ca6f-4b4f-a92d-c0f71fc7d6eb" providerId="ADAL" clId="{D01C7191-9178-4CD1-9DE4-E6CF5F019065}" dt="2026-05-17T02:50:16.639" v="160" actId="700"/>
          <ac:spMkLst>
            <pc:docMk/>
            <pc:sldMk cId="1924464868" sldId="2570"/>
            <ac:spMk id="4" creationId="{8F86EBED-9051-DA1D-09F0-EE607256FDC2}"/>
          </ac:spMkLst>
        </pc:spChg>
        <pc:spChg chg="del">
          <ac:chgData name="Hutchings, Caroline" userId="3a668ad8-ca6f-4b4f-a92d-c0f71fc7d6eb" providerId="ADAL" clId="{D01C7191-9178-4CD1-9DE4-E6CF5F019065}" dt="2026-05-17T02:50:16.639" v="160" actId="700"/>
          <ac:spMkLst>
            <pc:docMk/>
            <pc:sldMk cId="1924464868" sldId="2570"/>
            <ac:spMk id="5" creationId="{9BFED824-CA5C-4EC7-95C7-A413DB0E8941}"/>
          </ac:spMkLst>
        </pc:spChg>
        <pc:spChg chg="del">
          <ac:chgData name="Hutchings, Caroline" userId="3a668ad8-ca6f-4b4f-a92d-c0f71fc7d6eb" providerId="ADAL" clId="{D01C7191-9178-4CD1-9DE4-E6CF5F019065}" dt="2026-05-17T02:50:16.639" v="160" actId="700"/>
          <ac:spMkLst>
            <pc:docMk/>
            <pc:sldMk cId="1924464868" sldId="2570"/>
            <ac:spMk id="6" creationId="{A4603420-82E4-6A2C-1EAE-4866C0F52A40}"/>
          </ac:spMkLst>
        </pc:spChg>
        <pc:spChg chg="add mod ord">
          <ac:chgData name="Hutchings, Caroline" userId="3a668ad8-ca6f-4b4f-a92d-c0f71fc7d6eb" providerId="ADAL" clId="{D01C7191-9178-4CD1-9DE4-E6CF5F019065}" dt="2026-05-17T02:50:25" v="164" actId="20577"/>
          <ac:spMkLst>
            <pc:docMk/>
            <pc:sldMk cId="1924464868" sldId="2570"/>
            <ac:spMk id="7" creationId="{BB862384-3688-D87B-89B1-918C99FF5679}"/>
          </ac:spMkLst>
        </pc:spChg>
        <pc:spChg chg="add mod ord">
          <ac:chgData name="Hutchings, Caroline" userId="3a668ad8-ca6f-4b4f-a92d-c0f71fc7d6eb" providerId="ADAL" clId="{D01C7191-9178-4CD1-9DE4-E6CF5F019065}" dt="2026-05-17T02:50:16.639" v="160" actId="700"/>
          <ac:spMkLst>
            <pc:docMk/>
            <pc:sldMk cId="1924464868" sldId="2570"/>
            <ac:spMk id="8" creationId="{0340ABBC-E138-B7DF-1D3D-271DD9DA24C0}"/>
          </ac:spMkLst>
        </pc:spChg>
        <pc:spChg chg="add mod ord">
          <ac:chgData name="Hutchings, Caroline" userId="3a668ad8-ca6f-4b4f-a92d-c0f71fc7d6eb" providerId="ADAL" clId="{D01C7191-9178-4CD1-9DE4-E6CF5F019065}" dt="2026-05-17T02:50:16.639" v="160" actId="700"/>
          <ac:spMkLst>
            <pc:docMk/>
            <pc:sldMk cId="1924464868" sldId="2570"/>
            <ac:spMk id="9" creationId="{2A7FE057-08B3-8EAC-B63F-ECE823FD29F3}"/>
          </ac:spMkLst>
        </pc:spChg>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image" Target="../media/image7.svg"/><Relationship Id="rId5" Type="http://schemas.openxmlformats.org/officeDocument/2006/relationships/image" Target="../media/image11.svg"/><Relationship Id="rId4" Type="http://schemas.openxmlformats.org/officeDocument/2006/relationships/image" Target="../media/image10.svg"/></Relationships>
</file>

<file path=ppt/diagrams/_rels/data2.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svg"/><Relationship Id="rId1" Type="http://schemas.openxmlformats.org/officeDocument/2006/relationships/image" Target="../media/image12.svg"/></Relationships>
</file>

<file path=ppt/diagrams/_rels/data4.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image" Target="../media/image15.svg"/></Relationships>
</file>

<file path=ppt/diagrams/_rels/data5.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svg"/><Relationship Id="rId1" Type="http://schemas.openxmlformats.org/officeDocument/2006/relationships/image" Target="../media/image18.svg"/></Relationships>
</file>

<file path=ppt/diagrams/_rels/data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svg"/><Relationship Id="rId1" Type="http://schemas.openxmlformats.org/officeDocument/2006/relationships/image" Target="../media/image21.svg"/><Relationship Id="rId4" Type="http://schemas.openxmlformats.org/officeDocument/2006/relationships/image" Target="../media/image24.svg"/></Relationships>
</file>

<file path=ppt/diagrams/_rels/data7.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svg"/><Relationship Id="rId1" Type="http://schemas.openxmlformats.org/officeDocument/2006/relationships/image" Target="../media/image25.svg"/></Relationships>
</file>

<file path=ppt/diagrams/_rels/drawing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image" Target="../media/image7.svg"/><Relationship Id="rId5" Type="http://schemas.openxmlformats.org/officeDocument/2006/relationships/image" Target="../media/image11.svg"/><Relationship Id="rId4" Type="http://schemas.openxmlformats.org/officeDocument/2006/relationships/image" Target="../media/image10.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svg"/><Relationship Id="rId1" Type="http://schemas.openxmlformats.org/officeDocument/2006/relationships/image" Target="../media/image12.svg"/></Relationships>
</file>

<file path=ppt/diagrams/_rels/drawing4.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svg"/><Relationship Id="rId1" Type="http://schemas.openxmlformats.org/officeDocument/2006/relationships/image" Target="../media/image15.svg"/></Relationships>
</file>

<file path=ppt/diagrams/_rels/drawing5.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svg"/><Relationship Id="rId1" Type="http://schemas.openxmlformats.org/officeDocument/2006/relationships/image" Target="../media/image18.svg"/></Relationships>
</file>

<file path=ppt/diagrams/_rels/drawing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svg"/><Relationship Id="rId1" Type="http://schemas.openxmlformats.org/officeDocument/2006/relationships/image" Target="../media/image21.svg"/><Relationship Id="rId4" Type="http://schemas.openxmlformats.org/officeDocument/2006/relationships/image" Target="../media/image24.svg"/></Relationships>
</file>

<file path=ppt/diagrams/_rels/drawing7.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svg"/><Relationship Id="rId1" Type="http://schemas.openxmlformats.org/officeDocument/2006/relationships/image" Target="../media/image25.svg"/></Relationships>
</file>

<file path=ppt/diagrams/colors1.xml><?xml version="1.0" encoding="utf-8"?>
<dgm:colorsDef xmlns:dgm="http://schemas.openxmlformats.org/drawingml/2006/diagram" xmlns:a="http://schemas.openxmlformats.org/drawingml/2006/main" uniqueId="urn:microsoft.com/office/officeart/2018/5/colors/Iconchunking_colored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accent2">
        <a:alpha val="0"/>
      </a:schemeClr>
    </dgm:fillClrLst>
    <dgm:linClrLst meth="repeat">
      <a:schemeClr val="accent2">
        <a:alpha val="0"/>
      </a:schemeClr>
    </dgm:linClrLst>
    <dgm:effectClrLst/>
    <dgm:txLinClrLst/>
    <dgm:txFillClrLst meth="repeat">
      <a:schemeClr val="accent2"/>
      <a:schemeClr val="accent3"/>
      <a:schemeClr val="accent4"/>
      <a:schemeClr val="accent5"/>
      <a:schemeClr val="accent6"/>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neutralbg_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a:alpha val="0"/>
      </a:schemeClr>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18/5/colors/Iconchunking_neutralbg_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a:alpha val="0"/>
      </a:schemeClr>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382AB48-83E1-4461-887F-AB9E5E77F395}" type="doc">
      <dgm:prSet loTypeId="urn:microsoft.com/office/officeart/2018/5/layout/IconCircleLabelList" loCatId="icon" qsTypeId="urn:microsoft.com/office/officeart/2005/8/quickstyle/simple1" qsCatId="simple" csTypeId="urn:microsoft.com/office/officeart/2018/5/colors/Iconchunking_coloredtext_colorful1" csCatId="colorful" phldr="1"/>
      <dgm:spPr/>
      <dgm:t>
        <a:bodyPr/>
        <a:lstStyle/>
        <a:p>
          <a:endParaRPr lang="en-US"/>
        </a:p>
      </dgm:t>
    </dgm:pt>
    <dgm:pt modelId="{29EE7A85-E208-40DB-AB97-52C977B75615}">
      <dgm:prSet/>
      <dgm:spPr/>
      <dgm:t>
        <a:bodyPr/>
        <a:lstStyle/>
        <a:p>
          <a:pPr>
            <a:defRPr cap="all"/>
          </a:pPr>
          <a:r>
            <a:rPr lang="en-US" b="1"/>
            <a:t>Output Control</a:t>
          </a:r>
          <a:r>
            <a:rPr lang="en-US"/>
            <a:t>: The use of chunk options allow for a cleaner, more focused presentation of content.</a:t>
          </a:r>
        </a:p>
      </dgm:t>
    </dgm:pt>
    <dgm:pt modelId="{A1143C08-FBB7-486B-A549-CFC937D10395}" type="parTrans" cxnId="{C7B4F32F-317E-4B69-A285-171788627E2C}">
      <dgm:prSet/>
      <dgm:spPr/>
      <dgm:t>
        <a:bodyPr/>
        <a:lstStyle/>
        <a:p>
          <a:endParaRPr lang="en-US"/>
        </a:p>
      </dgm:t>
    </dgm:pt>
    <dgm:pt modelId="{1EFE280C-6F45-4475-AEBF-09B02A70F795}" type="sibTrans" cxnId="{C7B4F32F-317E-4B69-A285-171788627E2C}">
      <dgm:prSet/>
      <dgm:spPr/>
      <dgm:t>
        <a:bodyPr/>
        <a:lstStyle/>
        <a:p>
          <a:endParaRPr lang="en-US"/>
        </a:p>
      </dgm:t>
    </dgm:pt>
    <dgm:pt modelId="{25E3B4A0-3B94-4375-A8A1-62816D177578}">
      <dgm:prSet/>
      <dgm:spPr/>
      <dgm:t>
        <a:bodyPr/>
        <a:lstStyle/>
        <a:p>
          <a:pPr>
            <a:defRPr cap="all"/>
          </a:pPr>
          <a:r>
            <a:rPr lang="en-US" b="1"/>
            <a:t>Multiple Output Formats</a:t>
          </a:r>
          <a:r>
            <a:rPr lang="en-US"/>
            <a:t>: Create documents in formats such as HTML, PDF, Word, and PowerPoint.</a:t>
          </a:r>
        </a:p>
      </dgm:t>
    </dgm:pt>
    <dgm:pt modelId="{6D57480F-B0F8-4F9C-840C-29B7C00F8381}" type="parTrans" cxnId="{B24DFCE2-779E-4F5A-8B36-642DB93F7086}">
      <dgm:prSet/>
      <dgm:spPr/>
      <dgm:t>
        <a:bodyPr/>
        <a:lstStyle/>
        <a:p>
          <a:endParaRPr lang="en-US"/>
        </a:p>
      </dgm:t>
    </dgm:pt>
    <dgm:pt modelId="{2BE3EE8A-563B-44B2-B3CC-1DF7C9E81FAF}" type="sibTrans" cxnId="{B24DFCE2-779E-4F5A-8B36-642DB93F7086}">
      <dgm:prSet/>
      <dgm:spPr/>
      <dgm:t>
        <a:bodyPr/>
        <a:lstStyle/>
        <a:p>
          <a:endParaRPr lang="en-US"/>
        </a:p>
      </dgm:t>
    </dgm:pt>
    <dgm:pt modelId="{4E940525-ADE0-4573-8CD0-C7AB4BC779E7}">
      <dgm:prSet/>
      <dgm:spPr/>
      <dgm:t>
        <a:bodyPr/>
        <a:lstStyle/>
        <a:p>
          <a:pPr>
            <a:defRPr cap="all"/>
          </a:pPr>
          <a:r>
            <a:rPr lang="en-US" b="1"/>
            <a:t>Easy Text Formatting</a:t>
          </a:r>
          <a:r>
            <a:rPr lang="en-US"/>
            <a:t>: Text can be formatted using Markdown Syntax.</a:t>
          </a:r>
        </a:p>
      </dgm:t>
    </dgm:pt>
    <dgm:pt modelId="{99E5F2A4-D3D1-4A2B-ABD3-01EDA8247496}" type="parTrans" cxnId="{266A81DB-45EC-4DB4-8FC4-68EFF9DFCA5E}">
      <dgm:prSet/>
      <dgm:spPr/>
      <dgm:t>
        <a:bodyPr/>
        <a:lstStyle/>
        <a:p>
          <a:endParaRPr lang="en-US"/>
        </a:p>
      </dgm:t>
    </dgm:pt>
    <dgm:pt modelId="{56889EF2-A4F4-4D09-A2B4-AAB2A8C1FF6A}" type="sibTrans" cxnId="{266A81DB-45EC-4DB4-8FC4-68EFF9DFCA5E}">
      <dgm:prSet/>
      <dgm:spPr/>
      <dgm:t>
        <a:bodyPr/>
        <a:lstStyle/>
        <a:p>
          <a:endParaRPr lang="en-US"/>
        </a:p>
      </dgm:t>
    </dgm:pt>
    <dgm:pt modelId="{23C587F4-E38B-42BD-BC50-413213B1845C}">
      <dgm:prSet/>
      <dgm:spPr/>
      <dgm:t>
        <a:bodyPr/>
        <a:lstStyle/>
        <a:p>
          <a:pPr>
            <a:defRPr cap="all"/>
          </a:pPr>
          <a:r>
            <a:rPr lang="en-US" b="1"/>
            <a:t>Integration with R Packages</a:t>
          </a:r>
          <a:r>
            <a:rPr lang="en-US"/>
            <a:t>: Supports R packages like </a:t>
          </a:r>
          <a:r>
            <a:rPr lang="en-US" b="1"/>
            <a:t>’ggplot2</a:t>
          </a:r>
          <a:r>
            <a:rPr lang="en-US"/>
            <a:t> for visualization and </a:t>
          </a:r>
          <a:r>
            <a:rPr lang="en-US" b="1"/>
            <a:t>‘dplyr’</a:t>
          </a:r>
          <a:r>
            <a:rPr lang="en-US"/>
            <a:t> for data manipulation.</a:t>
          </a:r>
        </a:p>
      </dgm:t>
    </dgm:pt>
    <dgm:pt modelId="{85F79BF5-2814-4FC8-82F7-F8C74E199474}" type="parTrans" cxnId="{980FCA97-F053-4F42-ABF6-92F74F3444F1}">
      <dgm:prSet/>
      <dgm:spPr/>
      <dgm:t>
        <a:bodyPr/>
        <a:lstStyle/>
        <a:p>
          <a:endParaRPr lang="en-US"/>
        </a:p>
      </dgm:t>
    </dgm:pt>
    <dgm:pt modelId="{5C61BA16-5357-46B7-A4F1-4CDD0927F8CB}" type="sibTrans" cxnId="{980FCA97-F053-4F42-ABF6-92F74F3444F1}">
      <dgm:prSet/>
      <dgm:spPr/>
      <dgm:t>
        <a:bodyPr/>
        <a:lstStyle/>
        <a:p>
          <a:endParaRPr lang="en-US"/>
        </a:p>
      </dgm:t>
    </dgm:pt>
    <dgm:pt modelId="{89C5C2C8-0B9A-499A-B5DB-DC2265299C73}">
      <dgm:prSet/>
      <dgm:spPr/>
      <dgm:t>
        <a:bodyPr/>
        <a:lstStyle/>
        <a:p>
          <a:pPr>
            <a:defRPr cap="all"/>
          </a:pPr>
          <a:r>
            <a:rPr lang="en-US" b="1"/>
            <a:t>Interactive Features</a:t>
          </a:r>
          <a:r>
            <a:rPr lang="en-US"/>
            <a:t>: Interactive elements can be included in reports.</a:t>
          </a:r>
        </a:p>
      </dgm:t>
    </dgm:pt>
    <dgm:pt modelId="{11B5086A-F867-4115-B729-F07152742086}" type="parTrans" cxnId="{5D915E52-682A-4967-B9EE-162387CB4C22}">
      <dgm:prSet/>
      <dgm:spPr/>
      <dgm:t>
        <a:bodyPr/>
        <a:lstStyle/>
        <a:p>
          <a:endParaRPr lang="en-US"/>
        </a:p>
      </dgm:t>
    </dgm:pt>
    <dgm:pt modelId="{8A59B5F4-20EF-4A6F-B98C-83C6EEAD9841}" type="sibTrans" cxnId="{5D915E52-682A-4967-B9EE-162387CB4C22}">
      <dgm:prSet/>
      <dgm:spPr/>
      <dgm:t>
        <a:bodyPr/>
        <a:lstStyle/>
        <a:p>
          <a:endParaRPr lang="en-US"/>
        </a:p>
      </dgm:t>
    </dgm:pt>
    <dgm:pt modelId="{B19D388C-0C2F-4613-8E54-CB82B911F492}" type="pres">
      <dgm:prSet presAssocID="{3382AB48-83E1-4461-887F-AB9E5E77F395}" presName="root" presStyleCnt="0">
        <dgm:presLayoutVars>
          <dgm:dir/>
          <dgm:resizeHandles val="exact"/>
        </dgm:presLayoutVars>
      </dgm:prSet>
      <dgm:spPr/>
    </dgm:pt>
    <dgm:pt modelId="{21D3946A-AF4B-44AC-8029-97938126D6E7}" type="pres">
      <dgm:prSet presAssocID="{29EE7A85-E208-40DB-AB97-52C977B75615}" presName="compNode" presStyleCnt="0"/>
      <dgm:spPr/>
    </dgm:pt>
    <dgm:pt modelId="{F9FBB9F3-D846-4969-9D37-CE9B7B45057C}" type="pres">
      <dgm:prSet presAssocID="{29EE7A85-E208-40DB-AB97-52C977B75615}" presName="iconBgRect" presStyleLbl="bgShp" presStyleIdx="0" presStyleCnt="5"/>
      <dgm:spPr/>
    </dgm:pt>
    <dgm:pt modelId="{F01DA719-92DD-42E9-A86C-EA7832D32DA0}" type="pres">
      <dgm:prSet presAssocID="{29EE7A85-E208-40DB-AB97-52C977B75615}" presName="iconRect" presStyleLbl="node1" presStyleIdx="0"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Web Design"/>
        </a:ext>
      </dgm:extLst>
    </dgm:pt>
    <dgm:pt modelId="{A1B8BA16-FFB0-4696-B2DA-B86120E2F841}" type="pres">
      <dgm:prSet presAssocID="{29EE7A85-E208-40DB-AB97-52C977B75615}" presName="spaceRect" presStyleCnt="0"/>
      <dgm:spPr/>
    </dgm:pt>
    <dgm:pt modelId="{6DF4AA62-3D76-41AC-8B92-D0AB25B7683E}" type="pres">
      <dgm:prSet presAssocID="{29EE7A85-E208-40DB-AB97-52C977B75615}" presName="textRect" presStyleLbl="revTx" presStyleIdx="0" presStyleCnt="5">
        <dgm:presLayoutVars>
          <dgm:chMax val="1"/>
          <dgm:chPref val="1"/>
        </dgm:presLayoutVars>
      </dgm:prSet>
      <dgm:spPr/>
    </dgm:pt>
    <dgm:pt modelId="{3A8F9FA0-3A51-4919-AC16-5F4F0907E803}" type="pres">
      <dgm:prSet presAssocID="{1EFE280C-6F45-4475-AEBF-09B02A70F795}" presName="sibTrans" presStyleCnt="0"/>
      <dgm:spPr/>
    </dgm:pt>
    <dgm:pt modelId="{BEFB7E55-C697-4996-AA04-55673DA96DC1}" type="pres">
      <dgm:prSet presAssocID="{25E3B4A0-3B94-4375-A8A1-62816D177578}" presName="compNode" presStyleCnt="0"/>
      <dgm:spPr/>
    </dgm:pt>
    <dgm:pt modelId="{FB223895-1BAA-4E9B-8349-8A1B142A4470}" type="pres">
      <dgm:prSet presAssocID="{25E3B4A0-3B94-4375-A8A1-62816D177578}" presName="iconBgRect" presStyleLbl="bgShp" presStyleIdx="1" presStyleCnt="5"/>
      <dgm:spPr/>
    </dgm:pt>
    <dgm:pt modelId="{B097FB2C-EC48-4C6B-8EA6-8D228AA7C751}" type="pres">
      <dgm:prSet presAssocID="{25E3B4A0-3B94-4375-A8A1-62816D177578}" presName="iconRect" presStyleLbl="node1" presStyleIdx="1"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ypewriter"/>
        </a:ext>
      </dgm:extLst>
    </dgm:pt>
    <dgm:pt modelId="{AC0252F9-60AF-4384-8DF6-D601F9C0BE46}" type="pres">
      <dgm:prSet presAssocID="{25E3B4A0-3B94-4375-A8A1-62816D177578}" presName="spaceRect" presStyleCnt="0"/>
      <dgm:spPr/>
    </dgm:pt>
    <dgm:pt modelId="{61A628E1-A917-4745-9220-F29E52D0EB0B}" type="pres">
      <dgm:prSet presAssocID="{25E3B4A0-3B94-4375-A8A1-62816D177578}" presName="textRect" presStyleLbl="revTx" presStyleIdx="1" presStyleCnt="5">
        <dgm:presLayoutVars>
          <dgm:chMax val="1"/>
          <dgm:chPref val="1"/>
        </dgm:presLayoutVars>
      </dgm:prSet>
      <dgm:spPr/>
    </dgm:pt>
    <dgm:pt modelId="{0CB83C7B-1C84-4241-B5E7-EC59F73378FC}" type="pres">
      <dgm:prSet presAssocID="{2BE3EE8A-563B-44B2-B3CC-1DF7C9E81FAF}" presName="sibTrans" presStyleCnt="0"/>
      <dgm:spPr/>
    </dgm:pt>
    <dgm:pt modelId="{8A7C02F6-E774-4B4F-B2EE-B427BB3F8C8F}" type="pres">
      <dgm:prSet presAssocID="{4E940525-ADE0-4573-8CD0-C7AB4BC779E7}" presName="compNode" presStyleCnt="0"/>
      <dgm:spPr/>
    </dgm:pt>
    <dgm:pt modelId="{69D43096-C165-4482-A77B-957CD22A8587}" type="pres">
      <dgm:prSet presAssocID="{4E940525-ADE0-4573-8CD0-C7AB4BC779E7}" presName="iconBgRect" presStyleLbl="bgShp" presStyleIdx="2" presStyleCnt="5"/>
      <dgm:spPr/>
    </dgm:pt>
    <dgm:pt modelId="{9549360B-E0F4-4035-957B-8C19DD527A65}" type="pres">
      <dgm:prSet presAssocID="{4E940525-ADE0-4573-8CD0-C7AB4BC779E7}" presName="iconRect" presStyleLbl="node1" presStyleIdx="2"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Subtitles"/>
        </a:ext>
      </dgm:extLst>
    </dgm:pt>
    <dgm:pt modelId="{F05EF1DF-E3CA-456F-8A58-F3D025B13403}" type="pres">
      <dgm:prSet presAssocID="{4E940525-ADE0-4573-8CD0-C7AB4BC779E7}" presName="spaceRect" presStyleCnt="0"/>
      <dgm:spPr/>
    </dgm:pt>
    <dgm:pt modelId="{2B2913C8-36D9-427C-9CB6-52CA2DAE21D5}" type="pres">
      <dgm:prSet presAssocID="{4E940525-ADE0-4573-8CD0-C7AB4BC779E7}" presName="textRect" presStyleLbl="revTx" presStyleIdx="2" presStyleCnt="5">
        <dgm:presLayoutVars>
          <dgm:chMax val="1"/>
          <dgm:chPref val="1"/>
        </dgm:presLayoutVars>
      </dgm:prSet>
      <dgm:spPr/>
    </dgm:pt>
    <dgm:pt modelId="{751CDD34-CCAF-4643-AF09-1355320072FF}" type="pres">
      <dgm:prSet presAssocID="{56889EF2-A4F4-4D09-A2B4-AAB2A8C1FF6A}" presName="sibTrans" presStyleCnt="0"/>
      <dgm:spPr/>
    </dgm:pt>
    <dgm:pt modelId="{2DD5AFEA-AF88-4DE1-98E4-07115E10F2FD}" type="pres">
      <dgm:prSet presAssocID="{23C587F4-E38B-42BD-BC50-413213B1845C}" presName="compNode" presStyleCnt="0"/>
      <dgm:spPr/>
    </dgm:pt>
    <dgm:pt modelId="{C7DB398D-048F-46AC-B700-5672D938F664}" type="pres">
      <dgm:prSet presAssocID="{23C587F4-E38B-42BD-BC50-413213B1845C}" presName="iconBgRect" presStyleLbl="bgShp" presStyleIdx="3" presStyleCnt="5"/>
      <dgm:spPr/>
    </dgm:pt>
    <dgm:pt modelId="{0316B01D-71FA-4405-BD3F-2E2374F9AD15}" type="pres">
      <dgm:prSet presAssocID="{23C587F4-E38B-42BD-BC50-413213B1845C}" presName="iconRect" presStyleLbl="node1" presStyleIdx="3"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Programmer"/>
        </a:ext>
      </dgm:extLst>
    </dgm:pt>
    <dgm:pt modelId="{049CD68D-BE14-4480-95DB-EB95CE8E20C0}" type="pres">
      <dgm:prSet presAssocID="{23C587F4-E38B-42BD-BC50-413213B1845C}" presName="spaceRect" presStyleCnt="0"/>
      <dgm:spPr/>
    </dgm:pt>
    <dgm:pt modelId="{8B21FEBA-4FCE-4CA8-B6E6-96532B3B9A1F}" type="pres">
      <dgm:prSet presAssocID="{23C587F4-E38B-42BD-BC50-413213B1845C}" presName="textRect" presStyleLbl="revTx" presStyleIdx="3" presStyleCnt="5">
        <dgm:presLayoutVars>
          <dgm:chMax val="1"/>
          <dgm:chPref val="1"/>
        </dgm:presLayoutVars>
      </dgm:prSet>
      <dgm:spPr/>
    </dgm:pt>
    <dgm:pt modelId="{0E561885-20D5-42BD-9D5D-F31DCFC6A627}" type="pres">
      <dgm:prSet presAssocID="{5C61BA16-5357-46B7-A4F1-4CDD0927F8CB}" presName="sibTrans" presStyleCnt="0"/>
      <dgm:spPr/>
    </dgm:pt>
    <dgm:pt modelId="{1FF7D347-EBFF-4A88-9EDA-F6780B7F43A9}" type="pres">
      <dgm:prSet presAssocID="{89C5C2C8-0B9A-499A-B5DB-DC2265299C73}" presName="compNode" presStyleCnt="0"/>
      <dgm:spPr/>
    </dgm:pt>
    <dgm:pt modelId="{C430230A-94F9-4431-9132-BB2CA99D1B33}" type="pres">
      <dgm:prSet presAssocID="{89C5C2C8-0B9A-499A-B5DB-DC2265299C73}" presName="iconBgRect" presStyleLbl="bgShp" presStyleIdx="4" presStyleCnt="5"/>
      <dgm:spPr/>
    </dgm:pt>
    <dgm:pt modelId="{92BE6788-E436-4DB8-B939-991A8BDD5686}" type="pres">
      <dgm:prSet presAssocID="{89C5C2C8-0B9A-499A-B5DB-DC2265299C73}" presName="iconRect" presStyleLbl="node1" presStyleIdx="4"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dgm:spPr>
      <dgm:extLst>
        <a:ext uri="{E40237B7-FDA0-4F09-8148-C483321AD2D9}">
          <dgm14:cNvPr xmlns:dgm14="http://schemas.microsoft.com/office/drawing/2010/diagram" id="0" name="" descr="Flowchart"/>
        </a:ext>
      </dgm:extLst>
    </dgm:pt>
    <dgm:pt modelId="{FF3DEC0C-54D8-4ED8-9FA2-65904AF5BF6C}" type="pres">
      <dgm:prSet presAssocID="{89C5C2C8-0B9A-499A-B5DB-DC2265299C73}" presName="spaceRect" presStyleCnt="0"/>
      <dgm:spPr/>
    </dgm:pt>
    <dgm:pt modelId="{978F7F8E-2B4E-4314-905D-3839696039A6}" type="pres">
      <dgm:prSet presAssocID="{89C5C2C8-0B9A-499A-B5DB-DC2265299C73}" presName="textRect" presStyleLbl="revTx" presStyleIdx="4" presStyleCnt="5">
        <dgm:presLayoutVars>
          <dgm:chMax val="1"/>
          <dgm:chPref val="1"/>
        </dgm:presLayoutVars>
      </dgm:prSet>
      <dgm:spPr/>
    </dgm:pt>
  </dgm:ptLst>
  <dgm:cxnLst>
    <dgm:cxn modelId="{C7B4F32F-317E-4B69-A285-171788627E2C}" srcId="{3382AB48-83E1-4461-887F-AB9E5E77F395}" destId="{29EE7A85-E208-40DB-AB97-52C977B75615}" srcOrd="0" destOrd="0" parTransId="{A1143C08-FBB7-486B-A549-CFC937D10395}" sibTransId="{1EFE280C-6F45-4475-AEBF-09B02A70F795}"/>
    <dgm:cxn modelId="{5D915E52-682A-4967-B9EE-162387CB4C22}" srcId="{3382AB48-83E1-4461-887F-AB9E5E77F395}" destId="{89C5C2C8-0B9A-499A-B5DB-DC2265299C73}" srcOrd="4" destOrd="0" parTransId="{11B5086A-F867-4115-B729-F07152742086}" sibTransId="{8A59B5F4-20EF-4A6F-B98C-83C6EEAD9841}"/>
    <dgm:cxn modelId="{1BBDB053-CB8B-4C91-8B5E-2AE8B2D3871F}" type="presOf" srcId="{4E940525-ADE0-4573-8CD0-C7AB4BC779E7}" destId="{2B2913C8-36D9-427C-9CB6-52CA2DAE21D5}" srcOrd="0" destOrd="0" presId="urn:microsoft.com/office/officeart/2018/5/layout/IconCircleLabelList"/>
    <dgm:cxn modelId="{10FDAD56-3CF6-4C0E-BD92-086B3CE82BDF}" type="presOf" srcId="{29EE7A85-E208-40DB-AB97-52C977B75615}" destId="{6DF4AA62-3D76-41AC-8B92-D0AB25B7683E}" srcOrd="0" destOrd="0" presId="urn:microsoft.com/office/officeart/2018/5/layout/IconCircleLabelList"/>
    <dgm:cxn modelId="{18077A7E-C00B-4E12-A15D-1F11253DE242}" type="presOf" srcId="{3382AB48-83E1-4461-887F-AB9E5E77F395}" destId="{B19D388C-0C2F-4613-8E54-CB82B911F492}" srcOrd="0" destOrd="0" presId="urn:microsoft.com/office/officeart/2018/5/layout/IconCircleLabelList"/>
    <dgm:cxn modelId="{980FCA97-F053-4F42-ABF6-92F74F3444F1}" srcId="{3382AB48-83E1-4461-887F-AB9E5E77F395}" destId="{23C587F4-E38B-42BD-BC50-413213B1845C}" srcOrd="3" destOrd="0" parTransId="{85F79BF5-2814-4FC8-82F7-F8C74E199474}" sibTransId="{5C61BA16-5357-46B7-A4F1-4CDD0927F8CB}"/>
    <dgm:cxn modelId="{084617A5-FD24-4526-9A72-721547007656}" type="presOf" srcId="{25E3B4A0-3B94-4375-A8A1-62816D177578}" destId="{61A628E1-A917-4745-9220-F29E52D0EB0B}" srcOrd="0" destOrd="0" presId="urn:microsoft.com/office/officeart/2018/5/layout/IconCircleLabelList"/>
    <dgm:cxn modelId="{A029C0C4-2007-4E58-975A-BC5D44026F36}" type="presOf" srcId="{23C587F4-E38B-42BD-BC50-413213B1845C}" destId="{8B21FEBA-4FCE-4CA8-B6E6-96532B3B9A1F}" srcOrd="0" destOrd="0" presId="urn:microsoft.com/office/officeart/2018/5/layout/IconCircleLabelList"/>
    <dgm:cxn modelId="{266A81DB-45EC-4DB4-8FC4-68EFF9DFCA5E}" srcId="{3382AB48-83E1-4461-887F-AB9E5E77F395}" destId="{4E940525-ADE0-4573-8CD0-C7AB4BC779E7}" srcOrd="2" destOrd="0" parTransId="{99E5F2A4-D3D1-4A2B-ABD3-01EDA8247496}" sibTransId="{56889EF2-A4F4-4D09-A2B4-AAB2A8C1FF6A}"/>
    <dgm:cxn modelId="{B24DFCE2-779E-4F5A-8B36-642DB93F7086}" srcId="{3382AB48-83E1-4461-887F-AB9E5E77F395}" destId="{25E3B4A0-3B94-4375-A8A1-62816D177578}" srcOrd="1" destOrd="0" parTransId="{6D57480F-B0F8-4F9C-840C-29B7C00F8381}" sibTransId="{2BE3EE8A-563B-44B2-B3CC-1DF7C9E81FAF}"/>
    <dgm:cxn modelId="{13E5BCED-7DA7-4241-BD80-57DF1B049D49}" type="presOf" srcId="{89C5C2C8-0B9A-499A-B5DB-DC2265299C73}" destId="{978F7F8E-2B4E-4314-905D-3839696039A6}" srcOrd="0" destOrd="0" presId="urn:microsoft.com/office/officeart/2018/5/layout/IconCircleLabelList"/>
    <dgm:cxn modelId="{3BB2B6C7-CA83-4E5B-A931-65EEB0F40465}" type="presParOf" srcId="{B19D388C-0C2F-4613-8E54-CB82B911F492}" destId="{21D3946A-AF4B-44AC-8029-97938126D6E7}" srcOrd="0" destOrd="0" presId="urn:microsoft.com/office/officeart/2018/5/layout/IconCircleLabelList"/>
    <dgm:cxn modelId="{C87DAC5A-8E87-4EC5-BAC0-6C2B7671A190}" type="presParOf" srcId="{21D3946A-AF4B-44AC-8029-97938126D6E7}" destId="{F9FBB9F3-D846-4969-9D37-CE9B7B45057C}" srcOrd="0" destOrd="0" presId="urn:microsoft.com/office/officeart/2018/5/layout/IconCircleLabelList"/>
    <dgm:cxn modelId="{686DC151-4825-4011-B4B5-895219E41EAE}" type="presParOf" srcId="{21D3946A-AF4B-44AC-8029-97938126D6E7}" destId="{F01DA719-92DD-42E9-A86C-EA7832D32DA0}" srcOrd="1" destOrd="0" presId="urn:microsoft.com/office/officeart/2018/5/layout/IconCircleLabelList"/>
    <dgm:cxn modelId="{3AA688FC-9FC5-42B6-B812-DB6E01A21264}" type="presParOf" srcId="{21D3946A-AF4B-44AC-8029-97938126D6E7}" destId="{A1B8BA16-FFB0-4696-B2DA-B86120E2F841}" srcOrd="2" destOrd="0" presId="urn:microsoft.com/office/officeart/2018/5/layout/IconCircleLabelList"/>
    <dgm:cxn modelId="{1435B351-FEF2-4879-B269-F14152637795}" type="presParOf" srcId="{21D3946A-AF4B-44AC-8029-97938126D6E7}" destId="{6DF4AA62-3D76-41AC-8B92-D0AB25B7683E}" srcOrd="3" destOrd="0" presId="urn:microsoft.com/office/officeart/2018/5/layout/IconCircleLabelList"/>
    <dgm:cxn modelId="{95690110-73CE-40F4-A8CA-31A26E0E4F1F}" type="presParOf" srcId="{B19D388C-0C2F-4613-8E54-CB82B911F492}" destId="{3A8F9FA0-3A51-4919-AC16-5F4F0907E803}" srcOrd="1" destOrd="0" presId="urn:microsoft.com/office/officeart/2018/5/layout/IconCircleLabelList"/>
    <dgm:cxn modelId="{87951396-E6C3-46D9-B566-D2F9E7C5363A}" type="presParOf" srcId="{B19D388C-0C2F-4613-8E54-CB82B911F492}" destId="{BEFB7E55-C697-4996-AA04-55673DA96DC1}" srcOrd="2" destOrd="0" presId="urn:microsoft.com/office/officeart/2018/5/layout/IconCircleLabelList"/>
    <dgm:cxn modelId="{9884DAC4-91AC-4CDE-9707-68764FA7AE19}" type="presParOf" srcId="{BEFB7E55-C697-4996-AA04-55673DA96DC1}" destId="{FB223895-1BAA-4E9B-8349-8A1B142A4470}" srcOrd="0" destOrd="0" presId="urn:microsoft.com/office/officeart/2018/5/layout/IconCircleLabelList"/>
    <dgm:cxn modelId="{3BCB4362-B48A-4816-9E75-259E5FFC6D7A}" type="presParOf" srcId="{BEFB7E55-C697-4996-AA04-55673DA96DC1}" destId="{B097FB2C-EC48-4C6B-8EA6-8D228AA7C751}" srcOrd="1" destOrd="0" presId="urn:microsoft.com/office/officeart/2018/5/layout/IconCircleLabelList"/>
    <dgm:cxn modelId="{2AF4B31C-C6FC-4E03-B383-4A33FC5381E1}" type="presParOf" srcId="{BEFB7E55-C697-4996-AA04-55673DA96DC1}" destId="{AC0252F9-60AF-4384-8DF6-D601F9C0BE46}" srcOrd="2" destOrd="0" presId="urn:microsoft.com/office/officeart/2018/5/layout/IconCircleLabelList"/>
    <dgm:cxn modelId="{B6DA0652-9772-494D-B2A9-9B9F8BF8094B}" type="presParOf" srcId="{BEFB7E55-C697-4996-AA04-55673DA96DC1}" destId="{61A628E1-A917-4745-9220-F29E52D0EB0B}" srcOrd="3" destOrd="0" presId="urn:microsoft.com/office/officeart/2018/5/layout/IconCircleLabelList"/>
    <dgm:cxn modelId="{4CC0B415-4CA4-4FCB-B36D-6C8FD7DD263B}" type="presParOf" srcId="{B19D388C-0C2F-4613-8E54-CB82B911F492}" destId="{0CB83C7B-1C84-4241-B5E7-EC59F73378FC}" srcOrd="3" destOrd="0" presId="urn:microsoft.com/office/officeart/2018/5/layout/IconCircleLabelList"/>
    <dgm:cxn modelId="{ECE89E70-5740-4237-A3C4-11A466485283}" type="presParOf" srcId="{B19D388C-0C2F-4613-8E54-CB82B911F492}" destId="{8A7C02F6-E774-4B4F-B2EE-B427BB3F8C8F}" srcOrd="4" destOrd="0" presId="urn:microsoft.com/office/officeart/2018/5/layout/IconCircleLabelList"/>
    <dgm:cxn modelId="{6C9314AC-297D-439C-BD0F-CABD3ED09691}" type="presParOf" srcId="{8A7C02F6-E774-4B4F-B2EE-B427BB3F8C8F}" destId="{69D43096-C165-4482-A77B-957CD22A8587}" srcOrd="0" destOrd="0" presId="urn:microsoft.com/office/officeart/2018/5/layout/IconCircleLabelList"/>
    <dgm:cxn modelId="{3520BF18-DDD4-4025-8A2A-9F77B3DBB93C}" type="presParOf" srcId="{8A7C02F6-E774-4B4F-B2EE-B427BB3F8C8F}" destId="{9549360B-E0F4-4035-957B-8C19DD527A65}" srcOrd="1" destOrd="0" presId="urn:microsoft.com/office/officeart/2018/5/layout/IconCircleLabelList"/>
    <dgm:cxn modelId="{3260AD12-410A-401E-920D-D9776AB34B68}" type="presParOf" srcId="{8A7C02F6-E774-4B4F-B2EE-B427BB3F8C8F}" destId="{F05EF1DF-E3CA-456F-8A58-F3D025B13403}" srcOrd="2" destOrd="0" presId="urn:microsoft.com/office/officeart/2018/5/layout/IconCircleLabelList"/>
    <dgm:cxn modelId="{06061871-3DD8-450F-9AD3-5B37E542FAC5}" type="presParOf" srcId="{8A7C02F6-E774-4B4F-B2EE-B427BB3F8C8F}" destId="{2B2913C8-36D9-427C-9CB6-52CA2DAE21D5}" srcOrd="3" destOrd="0" presId="urn:microsoft.com/office/officeart/2018/5/layout/IconCircleLabelList"/>
    <dgm:cxn modelId="{4BEA73B3-1D90-459C-9B0D-FC3A94B8A46E}" type="presParOf" srcId="{B19D388C-0C2F-4613-8E54-CB82B911F492}" destId="{751CDD34-CCAF-4643-AF09-1355320072FF}" srcOrd="5" destOrd="0" presId="urn:microsoft.com/office/officeart/2018/5/layout/IconCircleLabelList"/>
    <dgm:cxn modelId="{4158404E-43BA-414A-9706-64C957BD53A3}" type="presParOf" srcId="{B19D388C-0C2F-4613-8E54-CB82B911F492}" destId="{2DD5AFEA-AF88-4DE1-98E4-07115E10F2FD}" srcOrd="6" destOrd="0" presId="urn:microsoft.com/office/officeart/2018/5/layout/IconCircleLabelList"/>
    <dgm:cxn modelId="{F2637CB2-4CEC-4555-B9CD-5453CB316E13}" type="presParOf" srcId="{2DD5AFEA-AF88-4DE1-98E4-07115E10F2FD}" destId="{C7DB398D-048F-46AC-B700-5672D938F664}" srcOrd="0" destOrd="0" presId="urn:microsoft.com/office/officeart/2018/5/layout/IconCircleLabelList"/>
    <dgm:cxn modelId="{F1A118EF-8DD3-4C84-B320-A374E780F13F}" type="presParOf" srcId="{2DD5AFEA-AF88-4DE1-98E4-07115E10F2FD}" destId="{0316B01D-71FA-4405-BD3F-2E2374F9AD15}" srcOrd="1" destOrd="0" presId="urn:microsoft.com/office/officeart/2018/5/layout/IconCircleLabelList"/>
    <dgm:cxn modelId="{CF7EC915-A5CA-4173-8E9F-760782145C91}" type="presParOf" srcId="{2DD5AFEA-AF88-4DE1-98E4-07115E10F2FD}" destId="{049CD68D-BE14-4480-95DB-EB95CE8E20C0}" srcOrd="2" destOrd="0" presId="urn:microsoft.com/office/officeart/2018/5/layout/IconCircleLabelList"/>
    <dgm:cxn modelId="{E51B559E-E137-4960-9FE9-6556DA2955DE}" type="presParOf" srcId="{2DD5AFEA-AF88-4DE1-98E4-07115E10F2FD}" destId="{8B21FEBA-4FCE-4CA8-B6E6-96532B3B9A1F}" srcOrd="3" destOrd="0" presId="urn:microsoft.com/office/officeart/2018/5/layout/IconCircleLabelList"/>
    <dgm:cxn modelId="{7A759409-D22B-4B91-AAC8-61592F832951}" type="presParOf" srcId="{B19D388C-0C2F-4613-8E54-CB82B911F492}" destId="{0E561885-20D5-42BD-9D5D-F31DCFC6A627}" srcOrd="7" destOrd="0" presId="urn:microsoft.com/office/officeart/2018/5/layout/IconCircleLabelList"/>
    <dgm:cxn modelId="{1D680FDF-5FEF-4982-9E33-C8A4042A05BE}" type="presParOf" srcId="{B19D388C-0C2F-4613-8E54-CB82B911F492}" destId="{1FF7D347-EBFF-4A88-9EDA-F6780B7F43A9}" srcOrd="8" destOrd="0" presId="urn:microsoft.com/office/officeart/2018/5/layout/IconCircleLabelList"/>
    <dgm:cxn modelId="{6DF86BE6-39C3-4729-90DC-8C1DC9E54F6E}" type="presParOf" srcId="{1FF7D347-EBFF-4A88-9EDA-F6780B7F43A9}" destId="{C430230A-94F9-4431-9132-BB2CA99D1B33}" srcOrd="0" destOrd="0" presId="urn:microsoft.com/office/officeart/2018/5/layout/IconCircleLabelList"/>
    <dgm:cxn modelId="{E58648E4-6251-42A4-8343-0B1BCCF5A539}" type="presParOf" srcId="{1FF7D347-EBFF-4A88-9EDA-F6780B7F43A9}" destId="{92BE6788-E436-4DB8-B939-991A8BDD5686}" srcOrd="1" destOrd="0" presId="urn:microsoft.com/office/officeart/2018/5/layout/IconCircleLabelList"/>
    <dgm:cxn modelId="{B98FA4D6-D6DB-40E2-BB48-D6B88AFD0CEE}" type="presParOf" srcId="{1FF7D347-EBFF-4A88-9EDA-F6780B7F43A9}" destId="{FF3DEC0C-54D8-4ED8-9FA2-65904AF5BF6C}" srcOrd="2" destOrd="0" presId="urn:microsoft.com/office/officeart/2018/5/layout/IconCircleLabelList"/>
    <dgm:cxn modelId="{0729F0A4-3C6B-459F-AAF2-9C72F05A28F6}" type="presParOf" srcId="{1FF7D347-EBFF-4A88-9EDA-F6780B7F43A9}" destId="{978F7F8E-2B4E-4314-905D-3839696039A6}"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597629F-26AE-4C7F-A3CA-96E75DD63E53}" type="doc">
      <dgm:prSet loTypeId="urn:microsoft.com/office/officeart/2018/5/layout/CenteredIconLabelDescriptionList" loCatId="icon" qsTypeId="urn:microsoft.com/office/officeart/2005/8/quickstyle/simple1" qsCatId="simple" csTypeId="urn:microsoft.com/office/officeart/2018/5/colors/Iconchunking_neutralbg_colorful1" csCatId="colorful" phldr="1"/>
      <dgm:spPr/>
      <dgm:t>
        <a:bodyPr/>
        <a:lstStyle/>
        <a:p>
          <a:endParaRPr lang="en-US"/>
        </a:p>
      </dgm:t>
    </dgm:pt>
    <dgm:pt modelId="{C29066F1-5C1E-47F5-8D31-38B5E0242CB9}">
      <dgm:prSet/>
      <dgm:spPr/>
      <dgm:t>
        <a:bodyPr/>
        <a:lstStyle/>
        <a:p>
          <a:pPr>
            <a:defRPr b="1"/>
          </a:pPr>
          <a:r>
            <a:rPr lang="en-US" b="1"/>
            <a:t>Creating an RMarkdown Document</a:t>
          </a:r>
          <a:r>
            <a:rPr lang="en-US"/>
            <a:t>:</a:t>
          </a:r>
        </a:p>
      </dgm:t>
    </dgm:pt>
    <dgm:pt modelId="{4EB296E9-59F1-44A1-9AA4-2DF776804617}" type="parTrans" cxnId="{BF51C7C8-B12B-46F8-BC9F-72C6B9FCE104}">
      <dgm:prSet/>
      <dgm:spPr/>
      <dgm:t>
        <a:bodyPr/>
        <a:lstStyle/>
        <a:p>
          <a:endParaRPr lang="en-US"/>
        </a:p>
      </dgm:t>
    </dgm:pt>
    <dgm:pt modelId="{8FE6D415-B4CE-40D0-9FF4-4EE7DC8BE9DB}" type="sibTrans" cxnId="{BF51C7C8-B12B-46F8-BC9F-72C6B9FCE104}">
      <dgm:prSet/>
      <dgm:spPr/>
      <dgm:t>
        <a:bodyPr/>
        <a:lstStyle/>
        <a:p>
          <a:endParaRPr lang="en-US"/>
        </a:p>
      </dgm:t>
    </dgm:pt>
    <dgm:pt modelId="{D70FEBC3-4CAD-40E4-A049-EDB45673042C}">
      <dgm:prSet/>
      <dgm:spPr/>
      <dgm:t>
        <a:bodyPr/>
        <a:lstStyle/>
        <a:p>
          <a:r>
            <a:rPr lang="en-US"/>
            <a:t>In RStudio, navigate to </a:t>
          </a:r>
          <a:r>
            <a:rPr lang="en-US" b="1"/>
            <a:t>File -&gt; New File -&gt; R Markdown…</a:t>
          </a:r>
          <a:r>
            <a:rPr lang="en-US"/>
            <a:t> to create a new document.</a:t>
          </a:r>
        </a:p>
      </dgm:t>
    </dgm:pt>
    <dgm:pt modelId="{8F04A9EB-A781-4954-B42D-5C89ED4246DC}" type="parTrans" cxnId="{3FB8E22D-DE3D-4E2F-B29B-93A4A3006EAE}">
      <dgm:prSet/>
      <dgm:spPr/>
      <dgm:t>
        <a:bodyPr/>
        <a:lstStyle/>
        <a:p>
          <a:endParaRPr lang="en-US"/>
        </a:p>
      </dgm:t>
    </dgm:pt>
    <dgm:pt modelId="{C70019FD-918A-4D24-AFA9-613089A7472A}" type="sibTrans" cxnId="{3FB8E22D-DE3D-4E2F-B29B-93A4A3006EAE}">
      <dgm:prSet/>
      <dgm:spPr/>
      <dgm:t>
        <a:bodyPr/>
        <a:lstStyle/>
        <a:p>
          <a:endParaRPr lang="en-US"/>
        </a:p>
      </dgm:t>
    </dgm:pt>
    <dgm:pt modelId="{27A15C76-7E9A-4FFE-AB22-05A76FDDFAA6}">
      <dgm:prSet/>
      <dgm:spPr/>
      <dgm:t>
        <a:bodyPr/>
        <a:lstStyle/>
        <a:p>
          <a:pPr>
            <a:defRPr b="1"/>
          </a:pPr>
          <a:r>
            <a:rPr lang="en-US" b="1"/>
            <a:t>Writing and Editing</a:t>
          </a:r>
          <a:r>
            <a:rPr lang="en-US"/>
            <a:t>:</a:t>
          </a:r>
        </a:p>
      </dgm:t>
    </dgm:pt>
    <dgm:pt modelId="{7C535DF2-CC07-4DA6-9934-2FDDA1469E65}" type="parTrans" cxnId="{DE08BF76-F8F6-4976-A52A-DC6E2CFF7FD6}">
      <dgm:prSet/>
      <dgm:spPr/>
      <dgm:t>
        <a:bodyPr/>
        <a:lstStyle/>
        <a:p>
          <a:endParaRPr lang="en-US"/>
        </a:p>
      </dgm:t>
    </dgm:pt>
    <dgm:pt modelId="{B9A5F3D0-BAB6-492E-AF14-9E73653C5CB7}" type="sibTrans" cxnId="{DE08BF76-F8F6-4976-A52A-DC6E2CFF7FD6}">
      <dgm:prSet/>
      <dgm:spPr/>
      <dgm:t>
        <a:bodyPr/>
        <a:lstStyle/>
        <a:p>
          <a:endParaRPr lang="en-US"/>
        </a:p>
      </dgm:t>
    </dgm:pt>
    <dgm:pt modelId="{83184853-788F-45F8-A5BF-31EA53145FA4}">
      <dgm:prSet/>
      <dgm:spPr/>
      <dgm:t>
        <a:bodyPr/>
        <a:lstStyle/>
        <a:p>
          <a:r>
            <a:rPr lang="en-US"/>
            <a:t>Write your text using Markdown syntax.</a:t>
          </a:r>
        </a:p>
      </dgm:t>
    </dgm:pt>
    <dgm:pt modelId="{FE4BB8C7-41A1-4E11-803F-45B77416C6B2}" type="parTrans" cxnId="{26AB4784-9BD4-4BF8-883B-9338B53BEE22}">
      <dgm:prSet/>
      <dgm:spPr/>
      <dgm:t>
        <a:bodyPr/>
        <a:lstStyle/>
        <a:p>
          <a:endParaRPr lang="en-US"/>
        </a:p>
      </dgm:t>
    </dgm:pt>
    <dgm:pt modelId="{C5885CA3-DA9B-4BD4-849E-5B7133568603}" type="sibTrans" cxnId="{26AB4784-9BD4-4BF8-883B-9338B53BEE22}">
      <dgm:prSet/>
      <dgm:spPr/>
      <dgm:t>
        <a:bodyPr/>
        <a:lstStyle/>
        <a:p>
          <a:endParaRPr lang="en-US"/>
        </a:p>
      </dgm:t>
    </dgm:pt>
    <dgm:pt modelId="{A7B6591A-5569-4DD8-B0C4-0EBE1322F64B}">
      <dgm:prSet/>
      <dgm:spPr/>
      <dgm:t>
        <a:bodyPr/>
        <a:lstStyle/>
        <a:p>
          <a:r>
            <a:rPr lang="en-US"/>
            <a:t>Insert R code chunks by navigating to </a:t>
          </a:r>
          <a:r>
            <a:rPr lang="en-US" b="1"/>
            <a:t>+C</a:t>
          </a:r>
          <a:r>
            <a:rPr lang="en-US"/>
            <a:t> and add an R chunk.</a:t>
          </a:r>
        </a:p>
      </dgm:t>
    </dgm:pt>
    <dgm:pt modelId="{121882BE-8BA2-4737-8C1D-5E9F8C415C23}" type="parTrans" cxnId="{8661C4BC-EE46-413A-8CAB-5CAF9C9403BD}">
      <dgm:prSet/>
      <dgm:spPr/>
      <dgm:t>
        <a:bodyPr/>
        <a:lstStyle/>
        <a:p>
          <a:endParaRPr lang="en-US"/>
        </a:p>
      </dgm:t>
    </dgm:pt>
    <dgm:pt modelId="{AC3222CF-A712-4852-84E1-2B138A0B57D4}" type="sibTrans" cxnId="{8661C4BC-EE46-413A-8CAB-5CAF9C9403BD}">
      <dgm:prSet/>
      <dgm:spPr/>
      <dgm:t>
        <a:bodyPr/>
        <a:lstStyle/>
        <a:p>
          <a:endParaRPr lang="en-US"/>
        </a:p>
      </dgm:t>
    </dgm:pt>
    <dgm:pt modelId="{158167B8-888A-4CDD-A02A-8936572DA9A3}">
      <dgm:prSet/>
      <dgm:spPr/>
      <dgm:t>
        <a:bodyPr/>
        <a:lstStyle/>
        <a:p>
          <a:r>
            <a:rPr lang="en-US"/>
            <a:t>Structure your document with headers for organization.</a:t>
          </a:r>
        </a:p>
      </dgm:t>
    </dgm:pt>
    <dgm:pt modelId="{0544DF2D-F60E-40AC-A9CB-F36BF2A1C2CF}" type="parTrans" cxnId="{BF63CFC2-CDC3-468C-B115-514214978C99}">
      <dgm:prSet/>
      <dgm:spPr/>
      <dgm:t>
        <a:bodyPr/>
        <a:lstStyle/>
        <a:p>
          <a:endParaRPr lang="en-US"/>
        </a:p>
      </dgm:t>
    </dgm:pt>
    <dgm:pt modelId="{5F8FB6F5-0D5E-4174-AB40-63C43290EC7C}" type="sibTrans" cxnId="{BF63CFC2-CDC3-468C-B115-514214978C99}">
      <dgm:prSet/>
      <dgm:spPr/>
      <dgm:t>
        <a:bodyPr/>
        <a:lstStyle/>
        <a:p>
          <a:endParaRPr lang="en-US"/>
        </a:p>
      </dgm:t>
    </dgm:pt>
    <dgm:pt modelId="{A80713F6-38CB-4A28-B3FF-FBA1F5ED9839}">
      <dgm:prSet/>
      <dgm:spPr/>
      <dgm:t>
        <a:bodyPr/>
        <a:lstStyle/>
        <a:p>
          <a:pPr>
            <a:defRPr b="1"/>
          </a:pPr>
          <a:r>
            <a:rPr lang="en-US" b="1"/>
            <a:t>Knit the Document</a:t>
          </a:r>
          <a:r>
            <a:rPr lang="en-US"/>
            <a:t>:</a:t>
          </a:r>
        </a:p>
      </dgm:t>
    </dgm:pt>
    <dgm:pt modelId="{47A4BA99-D7B3-45A6-8A95-6CE13A447F8F}" type="parTrans" cxnId="{DF17454A-E9F2-4AC6-B0A2-ECF5EAAE1E91}">
      <dgm:prSet/>
      <dgm:spPr/>
      <dgm:t>
        <a:bodyPr/>
        <a:lstStyle/>
        <a:p>
          <a:endParaRPr lang="en-US"/>
        </a:p>
      </dgm:t>
    </dgm:pt>
    <dgm:pt modelId="{728A406C-7394-46D4-A8AA-5EA0BD14AAE6}" type="sibTrans" cxnId="{DF17454A-E9F2-4AC6-B0A2-ECF5EAAE1E91}">
      <dgm:prSet/>
      <dgm:spPr/>
      <dgm:t>
        <a:bodyPr/>
        <a:lstStyle/>
        <a:p>
          <a:endParaRPr lang="en-US"/>
        </a:p>
      </dgm:t>
    </dgm:pt>
    <dgm:pt modelId="{2EA41624-4819-4213-8243-2EA8F9E87CDF}">
      <dgm:prSet/>
      <dgm:spPr/>
      <dgm:t>
        <a:bodyPr/>
        <a:lstStyle/>
        <a:p>
          <a:r>
            <a:rPr lang="en-US"/>
            <a:t>Click the </a:t>
          </a:r>
          <a:r>
            <a:rPr lang="en-US" b="1"/>
            <a:t>“Knit”</a:t>
          </a:r>
          <a:r>
            <a:rPr lang="en-US"/>
            <a:t> button to generate the output in your desired format (HTML, PDF, Word, PowerPoint, etc.).</a:t>
          </a:r>
        </a:p>
      </dgm:t>
    </dgm:pt>
    <dgm:pt modelId="{4C473BEF-E7E8-4671-AB2A-F2EA59D40651}" type="parTrans" cxnId="{37355F36-9643-40EC-86FE-BE67F3E34570}">
      <dgm:prSet/>
      <dgm:spPr/>
      <dgm:t>
        <a:bodyPr/>
        <a:lstStyle/>
        <a:p>
          <a:endParaRPr lang="en-US"/>
        </a:p>
      </dgm:t>
    </dgm:pt>
    <dgm:pt modelId="{514407D1-3F6F-40FC-A209-FA42B6ADF604}" type="sibTrans" cxnId="{37355F36-9643-40EC-86FE-BE67F3E34570}">
      <dgm:prSet/>
      <dgm:spPr/>
      <dgm:t>
        <a:bodyPr/>
        <a:lstStyle/>
        <a:p>
          <a:endParaRPr lang="en-US"/>
        </a:p>
      </dgm:t>
    </dgm:pt>
    <dgm:pt modelId="{EDBBB39F-75A1-4C5E-B49D-B7FEB3755C7C}" type="pres">
      <dgm:prSet presAssocID="{A597629F-26AE-4C7F-A3CA-96E75DD63E53}" presName="root" presStyleCnt="0">
        <dgm:presLayoutVars>
          <dgm:dir/>
          <dgm:resizeHandles val="exact"/>
        </dgm:presLayoutVars>
      </dgm:prSet>
      <dgm:spPr/>
    </dgm:pt>
    <dgm:pt modelId="{2276AED0-FA33-4BB5-9722-F5856F3E33C5}" type="pres">
      <dgm:prSet presAssocID="{C29066F1-5C1E-47F5-8D31-38B5E0242CB9}" presName="compNode" presStyleCnt="0"/>
      <dgm:spPr/>
    </dgm:pt>
    <dgm:pt modelId="{0576961F-9073-4F2D-9760-8B1497291C11}" type="pres">
      <dgm:prSet presAssocID="{C29066F1-5C1E-47F5-8D31-38B5E0242CB9}"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Document"/>
        </a:ext>
      </dgm:extLst>
    </dgm:pt>
    <dgm:pt modelId="{512C3F8A-CCFE-4CBC-BFD1-95A7BD968A70}" type="pres">
      <dgm:prSet presAssocID="{C29066F1-5C1E-47F5-8D31-38B5E0242CB9}" presName="iconSpace" presStyleCnt="0"/>
      <dgm:spPr/>
    </dgm:pt>
    <dgm:pt modelId="{6A996FA6-161B-4691-A501-6D4B86826327}" type="pres">
      <dgm:prSet presAssocID="{C29066F1-5C1E-47F5-8D31-38B5E0242CB9}" presName="parTx" presStyleLbl="revTx" presStyleIdx="0" presStyleCnt="6">
        <dgm:presLayoutVars>
          <dgm:chMax val="0"/>
          <dgm:chPref val="0"/>
        </dgm:presLayoutVars>
      </dgm:prSet>
      <dgm:spPr/>
    </dgm:pt>
    <dgm:pt modelId="{C6BF8119-B749-4B68-AFAC-7C5A04739A81}" type="pres">
      <dgm:prSet presAssocID="{C29066F1-5C1E-47F5-8D31-38B5E0242CB9}" presName="txSpace" presStyleCnt="0"/>
      <dgm:spPr/>
    </dgm:pt>
    <dgm:pt modelId="{F45CDF1B-05E0-40E4-A8AD-62817C14C14F}" type="pres">
      <dgm:prSet presAssocID="{C29066F1-5C1E-47F5-8D31-38B5E0242CB9}" presName="desTx" presStyleLbl="revTx" presStyleIdx="1" presStyleCnt="6">
        <dgm:presLayoutVars/>
      </dgm:prSet>
      <dgm:spPr/>
    </dgm:pt>
    <dgm:pt modelId="{45E9DBF7-4E5D-4890-96B7-90BF9D31B5B7}" type="pres">
      <dgm:prSet presAssocID="{8FE6D415-B4CE-40D0-9FF4-4EE7DC8BE9DB}" presName="sibTrans" presStyleCnt="0"/>
      <dgm:spPr/>
    </dgm:pt>
    <dgm:pt modelId="{FCC34255-03B0-41E7-8738-EEEC89B98AC7}" type="pres">
      <dgm:prSet presAssocID="{27A15C76-7E9A-4FFE-AB22-05A76FDDFAA6}" presName="compNode" presStyleCnt="0"/>
      <dgm:spPr/>
    </dgm:pt>
    <dgm:pt modelId="{F1BD1DE6-D24D-48FF-8CDB-2CFB08B07FCE}" type="pres">
      <dgm:prSet presAssocID="{27A15C76-7E9A-4FFE-AB22-05A76FDDFAA6}"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encil"/>
        </a:ext>
      </dgm:extLst>
    </dgm:pt>
    <dgm:pt modelId="{D4C8745A-7AF4-421F-8064-596FCAE7C738}" type="pres">
      <dgm:prSet presAssocID="{27A15C76-7E9A-4FFE-AB22-05A76FDDFAA6}" presName="iconSpace" presStyleCnt="0"/>
      <dgm:spPr/>
    </dgm:pt>
    <dgm:pt modelId="{13C4C189-1B48-41D2-AB51-06CDDA11AA2B}" type="pres">
      <dgm:prSet presAssocID="{27A15C76-7E9A-4FFE-AB22-05A76FDDFAA6}" presName="parTx" presStyleLbl="revTx" presStyleIdx="2" presStyleCnt="6">
        <dgm:presLayoutVars>
          <dgm:chMax val="0"/>
          <dgm:chPref val="0"/>
        </dgm:presLayoutVars>
      </dgm:prSet>
      <dgm:spPr/>
    </dgm:pt>
    <dgm:pt modelId="{1711017B-1312-47CE-86C5-09746F60359C}" type="pres">
      <dgm:prSet presAssocID="{27A15C76-7E9A-4FFE-AB22-05A76FDDFAA6}" presName="txSpace" presStyleCnt="0"/>
      <dgm:spPr/>
    </dgm:pt>
    <dgm:pt modelId="{8C47F677-4D65-4656-829B-89D8438D193A}" type="pres">
      <dgm:prSet presAssocID="{27A15C76-7E9A-4FFE-AB22-05A76FDDFAA6}" presName="desTx" presStyleLbl="revTx" presStyleIdx="3" presStyleCnt="6">
        <dgm:presLayoutVars/>
      </dgm:prSet>
      <dgm:spPr/>
    </dgm:pt>
    <dgm:pt modelId="{5F955889-E955-48FE-9C58-7D78800CF689}" type="pres">
      <dgm:prSet presAssocID="{B9A5F3D0-BAB6-492E-AF14-9E73653C5CB7}" presName="sibTrans" presStyleCnt="0"/>
      <dgm:spPr/>
    </dgm:pt>
    <dgm:pt modelId="{6092F242-AE05-4C5E-BFD0-7DFB3393521C}" type="pres">
      <dgm:prSet presAssocID="{A80713F6-38CB-4A28-B3FF-FBA1F5ED9839}" presName="compNode" presStyleCnt="0"/>
      <dgm:spPr/>
    </dgm:pt>
    <dgm:pt modelId="{3C5D6344-7987-47BC-9EBE-656EBF1AAFFE}" type="pres">
      <dgm:prSet presAssocID="{A80713F6-38CB-4A28-B3FF-FBA1F5ED9839}"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Shredder"/>
        </a:ext>
      </dgm:extLst>
    </dgm:pt>
    <dgm:pt modelId="{7613CCB0-40E2-4541-A211-B2F94E084F57}" type="pres">
      <dgm:prSet presAssocID="{A80713F6-38CB-4A28-B3FF-FBA1F5ED9839}" presName="iconSpace" presStyleCnt="0"/>
      <dgm:spPr/>
    </dgm:pt>
    <dgm:pt modelId="{9F152F63-3E80-4918-A9A6-F831734C11B6}" type="pres">
      <dgm:prSet presAssocID="{A80713F6-38CB-4A28-B3FF-FBA1F5ED9839}" presName="parTx" presStyleLbl="revTx" presStyleIdx="4" presStyleCnt="6">
        <dgm:presLayoutVars>
          <dgm:chMax val="0"/>
          <dgm:chPref val="0"/>
        </dgm:presLayoutVars>
      </dgm:prSet>
      <dgm:spPr/>
    </dgm:pt>
    <dgm:pt modelId="{3F2C2E8E-3FBF-4B4D-8AA1-0B2FF788135F}" type="pres">
      <dgm:prSet presAssocID="{A80713F6-38CB-4A28-B3FF-FBA1F5ED9839}" presName="txSpace" presStyleCnt="0"/>
      <dgm:spPr/>
    </dgm:pt>
    <dgm:pt modelId="{A77A0432-5231-4E8F-848A-F43763431F75}" type="pres">
      <dgm:prSet presAssocID="{A80713F6-38CB-4A28-B3FF-FBA1F5ED9839}" presName="desTx" presStyleLbl="revTx" presStyleIdx="5" presStyleCnt="6">
        <dgm:presLayoutVars/>
      </dgm:prSet>
      <dgm:spPr/>
    </dgm:pt>
  </dgm:ptLst>
  <dgm:cxnLst>
    <dgm:cxn modelId="{2F420B0A-1CF6-4087-97E8-5BE9D1695D6C}" type="presOf" srcId="{158167B8-888A-4CDD-A02A-8936572DA9A3}" destId="{8C47F677-4D65-4656-829B-89D8438D193A}" srcOrd="0" destOrd="2" presId="urn:microsoft.com/office/officeart/2018/5/layout/CenteredIconLabelDescriptionList"/>
    <dgm:cxn modelId="{5A1C9426-5028-426F-BD54-F2DB46D905B1}" type="presOf" srcId="{D70FEBC3-4CAD-40E4-A049-EDB45673042C}" destId="{F45CDF1B-05E0-40E4-A8AD-62817C14C14F}" srcOrd="0" destOrd="0" presId="urn:microsoft.com/office/officeart/2018/5/layout/CenteredIconLabelDescriptionList"/>
    <dgm:cxn modelId="{3FB8E22D-DE3D-4E2F-B29B-93A4A3006EAE}" srcId="{C29066F1-5C1E-47F5-8D31-38B5E0242CB9}" destId="{D70FEBC3-4CAD-40E4-A049-EDB45673042C}" srcOrd="0" destOrd="0" parTransId="{8F04A9EB-A781-4954-B42D-5C89ED4246DC}" sibTransId="{C70019FD-918A-4D24-AFA9-613089A7472A}"/>
    <dgm:cxn modelId="{37355F36-9643-40EC-86FE-BE67F3E34570}" srcId="{A80713F6-38CB-4A28-B3FF-FBA1F5ED9839}" destId="{2EA41624-4819-4213-8243-2EA8F9E87CDF}" srcOrd="0" destOrd="0" parTransId="{4C473BEF-E7E8-4671-AB2A-F2EA59D40651}" sibTransId="{514407D1-3F6F-40FC-A209-FA42B6ADF604}"/>
    <dgm:cxn modelId="{095A4962-4ACC-41FF-B4DC-E127D65BEFDA}" type="presOf" srcId="{27A15C76-7E9A-4FFE-AB22-05A76FDDFAA6}" destId="{13C4C189-1B48-41D2-AB51-06CDDA11AA2B}" srcOrd="0" destOrd="0" presId="urn:microsoft.com/office/officeart/2018/5/layout/CenteredIconLabelDescriptionList"/>
    <dgm:cxn modelId="{DF17454A-E9F2-4AC6-B0A2-ECF5EAAE1E91}" srcId="{A597629F-26AE-4C7F-A3CA-96E75DD63E53}" destId="{A80713F6-38CB-4A28-B3FF-FBA1F5ED9839}" srcOrd="2" destOrd="0" parTransId="{47A4BA99-D7B3-45A6-8A95-6CE13A447F8F}" sibTransId="{728A406C-7394-46D4-A8AA-5EA0BD14AAE6}"/>
    <dgm:cxn modelId="{7F2EC64C-2EDB-431F-90F3-5F8A3AD7CDB5}" type="presOf" srcId="{A80713F6-38CB-4A28-B3FF-FBA1F5ED9839}" destId="{9F152F63-3E80-4918-A9A6-F831734C11B6}" srcOrd="0" destOrd="0" presId="urn:microsoft.com/office/officeart/2018/5/layout/CenteredIconLabelDescriptionList"/>
    <dgm:cxn modelId="{DE08BF76-F8F6-4976-A52A-DC6E2CFF7FD6}" srcId="{A597629F-26AE-4C7F-A3CA-96E75DD63E53}" destId="{27A15C76-7E9A-4FFE-AB22-05A76FDDFAA6}" srcOrd="1" destOrd="0" parTransId="{7C535DF2-CC07-4DA6-9934-2FDDA1469E65}" sibTransId="{B9A5F3D0-BAB6-492E-AF14-9E73653C5CB7}"/>
    <dgm:cxn modelId="{26AB4784-9BD4-4BF8-883B-9338B53BEE22}" srcId="{27A15C76-7E9A-4FFE-AB22-05A76FDDFAA6}" destId="{83184853-788F-45F8-A5BF-31EA53145FA4}" srcOrd="0" destOrd="0" parTransId="{FE4BB8C7-41A1-4E11-803F-45B77416C6B2}" sibTransId="{C5885CA3-DA9B-4BD4-849E-5B7133568603}"/>
    <dgm:cxn modelId="{F4565A99-282A-4A6F-A385-B28B3023633A}" type="presOf" srcId="{83184853-788F-45F8-A5BF-31EA53145FA4}" destId="{8C47F677-4D65-4656-829B-89D8438D193A}" srcOrd="0" destOrd="0" presId="urn:microsoft.com/office/officeart/2018/5/layout/CenteredIconLabelDescriptionList"/>
    <dgm:cxn modelId="{917B379F-2E2E-406C-860E-D5304F9233EE}" type="presOf" srcId="{2EA41624-4819-4213-8243-2EA8F9E87CDF}" destId="{A77A0432-5231-4E8F-848A-F43763431F75}" srcOrd="0" destOrd="0" presId="urn:microsoft.com/office/officeart/2018/5/layout/CenteredIconLabelDescriptionList"/>
    <dgm:cxn modelId="{851E86A5-1159-4B53-889B-4674A6F5AE21}" type="presOf" srcId="{A597629F-26AE-4C7F-A3CA-96E75DD63E53}" destId="{EDBBB39F-75A1-4C5E-B49D-B7FEB3755C7C}" srcOrd="0" destOrd="0" presId="urn:microsoft.com/office/officeart/2018/5/layout/CenteredIconLabelDescriptionList"/>
    <dgm:cxn modelId="{8661C4BC-EE46-413A-8CAB-5CAF9C9403BD}" srcId="{27A15C76-7E9A-4FFE-AB22-05A76FDDFAA6}" destId="{A7B6591A-5569-4DD8-B0C4-0EBE1322F64B}" srcOrd="1" destOrd="0" parTransId="{121882BE-8BA2-4737-8C1D-5E9F8C415C23}" sibTransId="{AC3222CF-A712-4852-84E1-2B138A0B57D4}"/>
    <dgm:cxn modelId="{BF63CFC2-CDC3-468C-B115-514214978C99}" srcId="{27A15C76-7E9A-4FFE-AB22-05A76FDDFAA6}" destId="{158167B8-888A-4CDD-A02A-8936572DA9A3}" srcOrd="2" destOrd="0" parTransId="{0544DF2D-F60E-40AC-A9CB-F36BF2A1C2CF}" sibTransId="{5F8FB6F5-0D5E-4174-AB40-63C43290EC7C}"/>
    <dgm:cxn modelId="{0C5E37C6-C1F0-4BCA-B8D8-A4BA591804EF}" type="presOf" srcId="{A7B6591A-5569-4DD8-B0C4-0EBE1322F64B}" destId="{8C47F677-4D65-4656-829B-89D8438D193A}" srcOrd="0" destOrd="1" presId="urn:microsoft.com/office/officeart/2018/5/layout/CenteredIconLabelDescriptionList"/>
    <dgm:cxn modelId="{BF51C7C8-B12B-46F8-BC9F-72C6B9FCE104}" srcId="{A597629F-26AE-4C7F-A3CA-96E75DD63E53}" destId="{C29066F1-5C1E-47F5-8D31-38B5E0242CB9}" srcOrd="0" destOrd="0" parTransId="{4EB296E9-59F1-44A1-9AA4-2DF776804617}" sibTransId="{8FE6D415-B4CE-40D0-9FF4-4EE7DC8BE9DB}"/>
    <dgm:cxn modelId="{80ED32E9-3B2A-4522-A666-15807884456A}" type="presOf" srcId="{C29066F1-5C1E-47F5-8D31-38B5E0242CB9}" destId="{6A996FA6-161B-4691-A501-6D4B86826327}" srcOrd="0" destOrd="0" presId="urn:microsoft.com/office/officeart/2018/5/layout/CenteredIconLabelDescriptionList"/>
    <dgm:cxn modelId="{E500B665-A307-4F09-9F5F-4938F9AAD454}" type="presParOf" srcId="{EDBBB39F-75A1-4C5E-B49D-B7FEB3755C7C}" destId="{2276AED0-FA33-4BB5-9722-F5856F3E33C5}" srcOrd="0" destOrd="0" presId="urn:microsoft.com/office/officeart/2018/5/layout/CenteredIconLabelDescriptionList"/>
    <dgm:cxn modelId="{93A1F3F6-C602-47EE-9FD6-BCB279E84AF7}" type="presParOf" srcId="{2276AED0-FA33-4BB5-9722-F5856F3E33C5}" destId="{0576961F-9073-4F2D-9760-8B1497291C11}" srcOrd="0" destOrd="0" presId="urn:microsoft.com/office/officeart/2018/5/layout/CenteredIconLabelDescriptionList"/>
    <dgm:cxn modelId="{233C3774-F862-47DF-8706-574B70E81B8D}" type="presParOf" srcId="{2276AED0-FA33-4BB5-9722-F5856F3E33C5}" destId="{512C3F8A-CCFE-4CBC-BFD1-95A7BD968A70}" srcOrd="1" destOrd="0" presId="urn:microsoft.com/office/officeart/2018/5/layout/CenteredIconLabelDescriptionList"/>
    <dgm:cxn modelId="{A9899E0C-6297-42A7-945B-5330528E575A}" type="presParOf" srcId="{2276AED0-FA33-4BB5-9722-F5856F3E33C5}" destId="{6A996FA6-161B-4691-A501-6D4B86826327}" srcOrd="2" destOrd="0" presId="urn:microsoft.com/office/officeart/2018/5/layout/CenteredIconLabelDescriptionList"/>
    <dgm:cxn modelId="{3C648CF1-8F29-4BFA-86D6-D1164FDBBCA9}" type="presParOf" srcId="{2276AED0-FA33-4BB5-9722-F5856F3E33C5}" destId="{C6BF8119-B749-4B68-AFAC-7C5A04739A81}" srcOrd="3" destOrd="0" presId="urn:microsoft.com/office/officeart/2018/5/layout/CenteredIconLabelDescriptionList"/>
    <dgm:cxn modelId="{346ECF65-3664-4ECD-B8FF-224D57F2E559}" type="presParOf" srcId="{2276AED0-FA33-4BB5-9722-F5856F3E33C5}" destId="{F45CDF1B-05E0-40E4-A8AD-62817C14C14F}" srcOrd="4" destOrd="0" presId="urn:microsoft.com/office/officeart/2018/5/layout/CenteredIconLabelDescriptionList"/>
    <dgm:cxn modelId="{0D5FD10B-455F-4188-9949-755C0F927831}" type="presParOf" srcId="{EDBBB39F-75A1-4C5E-B49D-B7FEB3755C7C}" destId="{45E9DBF7-4E5D-4890-96B7-90BF9D31B5B7}" srcOrd="1" destOrd="0" presId="urn:microsoft.com/office/officeart/2018/5/layout/CenteredIconLabelDescriptionList"/>
    <dgm:cxn modelId="{95F482ED-C571-44A4-9C12-7BC0E5880361}" type="presParOf" srcId="{EDBBB39F-75A1-4C5E-B49D-B7FEB3755C7C}" destId="{FCC34255-03B0-41E7-8738-EEEC89B98AC7}" srcOrd="2" destOrd="0" presId="urn:microsoft.com/office/officeart/2018/5/layout/CenteredIconLabelDescriptionList"/>
    <dgm:cxn modelId="{5F1EC568-1AF2-4C36-A682-6D629D8BDB5D}" type="presParOf" srcId="{FCC34255-03B0-41E7-8738-EEEC89B98AC7}" destId="{F1BD1DE6-D24D-48FF-8CDB-2CFB08B07FCE}" srcOrd="0" destOrd="0" presId="urn:microsoft.com/office/officeart/2018/5/layout/CenteredIconLabelDescriptionList"/>
    <dgm:cxn modelId="{B377F67D-3C26-44D6-B550-A04815779610}" type="presParOf" srcId="{FCC34255-03B0-41E7-8738-EEEC89B98AC7}" destId="{D4C8745A-7AF4-421F-8064-596FCAE7C738}" srcOrd="1" destOrd="0" presId="urn:microsoft.com/office/officeart/2018/5/layout/CenteredIconLabelDescriptionList"/>
    <dgm:cxn modelId="{B2DF0CBD-5408-44D0-9A30-F1A1EE0F4B57}" type="presParOf" srcId="{FCC34255-03B0-41E7-8738-EEEC89B98AC7}" destId="{13C4C189-1B48-41D2-AB51-06CDDA11AA2B}" srcOrd="2" destOrd="0" presId="urn:microsoft.com/office/officeart/2018/5/layout/CenteredIconLabelDescriptionList"/>
    <dgm:cxn modelId="{4E515DF6-B336-41E6-8ED4-F07F9985A4C6}" type="presParOf" srcId="{FCC34255-03B0-41E7-8738-EEEC89B98AC7}" destId="{1711017B-1312-47CE-86C5-09746F60359C}" srcOrd="3" destOrd="0" presId="urn:microsoft.com/office/officeart/2018/5/layout/CenteredIconLabelDescriptionList"/>
    <dgm:cxn modelId="{85F1EA31-6763-4F0F-827B-2069A03537FA}" type="presParOf" srcId="{FCC34255-03B0-41E7-8738-EEEC89B98AC7}" destId="{8C47F677-4D65-4656-829B-89D8438D193A}" srcOrd="4" destOrd="0" presId="urn:microsoft.com/office/officeart/2018/5/layout/CenteredIconLabelDescriptionList"/>
    <dgm:cxn modelId="{0814F266-3F01-44CB-9FD4-584DDF2D939C}" type="presParOf" srcId="{EDBBB39F-75A1-4C5E-B49D-B7FEB3755C7C}" destId="{5F955889-E955-48FE-9C58-7D78800CF689}" srcOrd="3" destOrd="0" presId="urn:microsoft.com/office/officeart/2018/5/layout/CenteredIconLabelDescriptionList"/>
    <dgm:cxn modelId="{7FDA5BFF-8F8D-4D21-888E-6F6073F22090}" type="presParOf" srcId="{EDBBB39F-75A1-4C5E-B49D-B7FEB3755C7C}" destId="{6092F242-AE05-4C5E-BFD0-7DFB3393521C}" srcOrd="4" destOrd="0" presId="urn:microsoft.com/office/officeart/2018/5/layout/CenteredIconLabelDescriptionList"/>
    <dgm:cxn modelId="{9EE9FAD5-F288-43E9-9A45-06B1306A355F}" type="presParOf" srcId="{6092F242-AE05-4C5E-BFD0-7DFB3393521C}" destId="{3C5D6344-7987-47BC-9EBE-656EBF1AAFFE}" srcOrd="0" destOrd="0" presId="urn:microsoft.com/office/officeart/2018/5/layout/CenteredIconLabelDescriptionList"/>
    <dgm:cxn modelId="{EE63015F-B200-416B-9045-C04460F98616}" type="presParOf" srcId="{6092F242-AE05-4C5E-BFD0-7DFB3393521C}" destId="{7613CCB0-40E2-4541-A211-B2F94E084F57}" srcOrd="1" destOrd="0" presId="urn:microsoft.com/office/officeart/2018/5/layout/CenteredIconLabelDescriptionList"/>
    <dgm:cxn modelId="{4B47C4F8-3F6E-4B46-94BD-1685DCA2B47B}" type="presParOf" srcId="{6092F242-AE05-4C5E-BFD0-7DFB3393521C}" destId="{9F152F63-3E80-4918-A9A6-F831734C11B6}" srcOrd="2" destOrd="0" presId="urn:microsoft.com/office/officeart/2018/5/layout/CenteredIconLabelDescriptionList"/>
    <dgm:cxn modelId="{E50043C6-9A93-4DA7-BF74-29DE0C9DDE57}" type="presParOf" srcId="{6092F242-AE05-4C5E-BFD0-7DFB3393521C}" destId="{3F2C2E8E-3FBF-4B4D-8AA1-0B2FF788135F}" srcOrd="3" destOrd="0" presId="urn:microsoft.com/office/officeart/2018/5/layout/CenteredIconLabelDescriptionList"/>
    <dgm:cxn modelId="{9CF404A6-228C-47BD-B9CD-0DA19F4CCE94}" type="presParOf" srcId="{6092F242-AE05-4C5E-BFD0-7DFB3393521C}" destId="{A77A0432-5231-4E8F-848A-F43763431F75}" srcOrd="4" destOrd="0" presId="urn:microsoft.com/office/officeart/2018/5/layout/CenteredIconLabelDescrip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FD390E2-8265-45A9-9A18-7BFFBACF6FFD}" type="doc">
      <dgm:prSet loTypeId="urn:microsoft.com/office/officeart/2005/8/layout/hierarchy1" loCatId="hierarchy" qsTypeId="urn:microsoft.com/office/officeart/2005/8/quickstyle/simple1" qsCatId="simple" csTypeId="urn:microsoft.com/office/officeart/2005/8/colors/accent1_2" csCatId="accent1"/>
      <dgm:spPr/>
      <dgm:t>
        <a:bodyPr/>
        <a:lstStyle/>
        <a:p>
          <a:endParaRPr lang="en-US"/>
        </a:p>
      </dgm:t>
    </dgm:pt>
    <dgm:pt modelId="{802CC818-A52B-40F3-A419-9BE9D7FC9FE7}">
      <dgm:prSet/>
      <dgm:spPr/>
      <dgm:t>
        <a:bodyPr/>
        <a:lstStyle/>
        <a:p>
          <a:r>
            <a:rPr lang="en-US"/>
            <a:t>Find proportion of months with 31 days that are above 70 degrees.</a:t>
          </a:r>
        </a:p>
      </dgm:t>
    </dgm:pt>
    <dgm:pt modelId="{6A190829-69F8-4844-9D81-C548A5A7F0D8}" type="parTrans" cxnId="{4B9CB236-4589-4C8F-A04C-8BB3917A8C7F}">
      <dgm:prSet/>
      <dgm:spPr/>
      <dgm:t>
        <a:bodyPr/>
        <a:lstStyle/>
        <a:p>
          <a:endParaRPr lang="en-US"/>
        </a:p>
      </dgm:t>
    </dgm:pt>
    <dgm:pt modelId="{DFB08BA3-B574-44EB-82C0-CF75747255D8}" type="sibTrans" cxnId="{4B9CB236-4589-4C8F-A04C-8BB3917A8C7F}">
      <dgm:prSet/>
      <dgm:spPr/>
      <dgm:t>
        <a:bodyPr/>
        <a:lstStyle/>
        <a:p>
          <a:endParaRPr lang="en-US"/>
        </a:p>
      </dgm:t>
    </dgm:pt>
    <dgm:pt modelId="{3723A2FC-E705-489D-A6AF-3F89C703E833}">
      <dgm:prSet/>
      <dgm:spPr/>
      <dgm:t>
        <a:bodyPr/>
        <a:lstStyle/>
        <a:p>
          <a:r>
            <a:rPr lang="en-US"/>
            <a:t>Find proportion of months that have less than 31 days or are above 70 degrees.</a:t>
          </a:r>
        </a:p>
      </dgm:t>
    </dgm:pt>
    <dgm:pt modelId="{46D703F0-1045-4150-9B83-A0AB4FDF0CA2}" type="parTrans" cxnId="{40759329-3B6A-4705-866B-F94B566224E3}">
      <dgm:prSet/>
      <dgm:spPr/>
      <dgm:t>
        <a:bodyPr/>
        <a:lstStyle/>
        <a:p>
          <a:endParaRPr lang="en-US"/>
        </a:p>
      </dgm:t>
    </dgm:pt>
    <dgm:pt modelId="{755E3460-8E24-421C-9415-666EE50E0BBF}" type="sibTrans" cxnId="{40759329-3B6A-4705-866B-F94B566224E3}">
      <dgm:prSet/>
      <dgm:spPr/>
      <dgm:t>
        <a:bodyPr/>
        <a:lstStyle/>
        <a:p>
          <a:endParaRPr lang="en-US"/>
        </a:p>
      </dgm:t>
    </dgm:pt>
    <dgm:pt modelId="{6BA6E5B6-DDC9-4F20-B4AD-6DB0F9DC95F3}" type="pres">
      <dgm:prSet presAssocID="{EFD390E2-8265-45A9-9A18-7BFFBACF6FFD}" presName="hierChild1" presStyleCnt="0">
        <dgm:presLayoutVars>
          <dgm:chPref val="1"/>
          <dgm:dir/>
          <dgm:animOne val="branch"/>
          <dgm:animLvl val="lvl"/>
          <dgm:resizeHandles/>
        </dgm:presLayoutVars>
      </dgm:prSet>
      <dgm:spPr/>
    </dgm:pt>
    <dgm:pt modelId="{F10A63A4-8910-48D6-B5AF-CFF813BE2E3D}" type="pres">
      <dgm:prSet presAssocID="{802CC818-A52B-40F3-A419-9BE9D7FC9FE7}" presName="hierRoot1" presStyleCnt="0"/>
      <dgm:spPr/>
    </dgm:pt>
    <dgm:pt modelId="{38BD8E0E-06ED-4ADB-B5B6-DAA1333FF423}" type="pres">
      <dgm:prSet presAssocID="{802CC818-A52B-40F3-A419-9BE9D7FC9FE7}" presName="composite" presStyleCnt="0"/>
      <dgm:spPr/>
    </dgm:pt>
    <dgm:pt modelId="{3451C7AD-C3B9-4B30-85B1-99110C8BFCF0}" type="pres">
      <dgm:prSet presAssocID="{802CC818-A52B-40F3-A419-9BE9D7FC9FE7}" presName="background" presStyleLbl="node0" presStyleIdx="0" presStyleCnt="2"/>
      <dgm:spPr/>
    </dgm:pt>
    <dgm:pt modelId="{8DC2A4D0-0FAE-4434-8C51-687A4EDC5932}" type="pres">
      <dgm:prSet presAssocID="{802CC818-A52B-40F3-A419-9BE9D7FC9FE7}" presName="text" presStyleLbl="fgAcc0" presStyleIdx="0" presStyleCnt="2">
        <dgm:presLayoutVars>
          <dgm:chPref val="3"/>
        </dgm:presLayoutVars>
      </dgm:prSet>
      <dgm:spPr/>
    </dgm:pt>
    <dgm:pt modelId="{000EFAC1-C5D2-477E-83A5-84548F50D995}" type="pres">
      <dgm:prSet presAssocID="{802CC818-A52B-40F3-A419-9BE9D7FC9FE7}" presName="hierChild2" presStyleCnt="0"/>
      <dgm:spPr/>
    </dgm:pt>
    <dgm:pt modelId="{863B85B6-E021-4294-B910-B912E5517126}" type="pres">
      <dgm:prSet presAssocID="{3723A2FC-E705-489D-A6AF-3F89C703E833}" presName="hierRoot1" presStyleCnt="0"/>
      <dgm:spPr/>
    </dgm:pt>
    <dgm:pt modelId="{995F123A-7139-472C-A3FF-00AD008D8A0F}" type="pres">
      <dgm:prSet presAssocID="{3723A2FC-E705-489D-A6AF-3F89C703E833}" presName="composite" presStyleCnt="0"/>
      <dgm:spPr/>
    </dgm:pt>
    <dgm:pt modelId="{524053C5-B617-4672-BB4C-E5982CCB6E1E}" type="pres">
      <dgm:prSet presAssocID="{3723A2FC-E705-489D-A6AF-3F89C703E833}" presName="background" presStyleLbl="node0" presStyleIdx="1" presStyleCnt="2"/>
      <dgm:spPr/>
    </dgm:pt>
    <dgm:pt modelId="{803DFF8E-C6FD-4285-BC55-AA4210FC0D02}" type="pres">
      <dgm:prSet presAssocID="{3723A2FC-E705-489D-A6AF-3F89C703E833}" presName="text" presStyleLbl="fgAcc0" presStyleIdx="1" presStyleCnt="2">
        <dgm:presLayoutVars>
          <dgm:chPref val="3"/>
        </dgm:presLayoutVars>
      </dgm:prSet>
      <dgm:spPr/>
    </dgm:pt>
    <dgm:pt modelId="{54FEBB44-2DA7-4D0D-8FB2-93CB05FA0AC3}" type="pres">
      <dgm:prSet presAssocID="{3723A2FC-E705-489D-A6AF-3F89C703E833}" presName="hierChild2" presStyleCnt="0"/>
      <dgm:spPr/>
    </dgm:pt>
  </dgm:ptLst>
  <dgm:cxnLst>
    <dgm:cxn modelId="{1F87A10A-736A-4E40-9A42-9FBCDB28BB7B}" type="presOf" srcId="{3723A2FC-E705-489D-A6AF-3F89C703E833}" destId="{803DFF8E-C6FD-4285-BC55-AA4210FC0D02}" srcOrd="0" destOrd="0" presId="urn:microsoft.com/office/officeart/2005/8/layout/hierarchy1"/>
    <dgm:cxn modelId="{40759329-3B6A-4705-866B-F94B566224E3}" srcId="{EFD390E2-8265-45A9-9A18-7BFFBACF6FFD}" destId="{3723A2FC-E705-489D-A6AF-3F89C703E833}" srcOrd="1" destOrd="0" parTransId="{46D703F0-1045-4150-9B83-A0AB4FDF0CA2}" sibTransId="{755E3460-8E24-421C-9415-666EE50E0BBF}"/>
    <dgm:cxn modelId="{D8D27330-2AFF-477C-87C4-030679C96E96}" type="presOf" srcId="{802CC818-A52B-40F3-A419-9BE9D7FC9FE7}" destId="{8DC2A4D0-0FAE-4434-8C51-687A4EDC5932}" srcOrd="0" destOrd="0" presId="urn:microsoft.com/office/officeart/2005/8/layout/hierarchy1"/>
    <dgm:cxn modelId="{4B9CB236-4589-4C8F-A04C-8BB3917A8C7F}" srcId="{EFD390E2-8265-45A9-9A18-7BFFBACF6FFD}" destId="{802CC818-A52B-40F3-A419-9BE9D7FC9FE7}" srcOrd="0" destOrd="0" parTransId="{6A190829-69F8-4844-9D81-C548A5A7F0D8}" sibTransId="{DFB08BA3-B574-44EB-82C0-CF75747255D8}"/>
    <dgm:cxn modelId="{536FF5FD-409E-42FA-84F4-CC4F5C56B532}" type="presOf" srcId="{EFD390E2-8265-45A9-9A18-7BFFBACF6FFD}" destId="{6BA6E5B6-DDC9-4F20-B4AD-6DB0F9DC95F3}" srcOrd="0" destOrd="0" presId="urn:microsoft.com/office/officeart/2005/8/layout/hierarchy1"/>
    <dgm:cxn modelId="{B3F9E2F6-15A4-44BC-85CC-D54D57AD0E1A}" type="presParOf" srcId="{6BA6E5B6-DDC9-4F20-B4AD-6DB0F9DC95F3}" destId="{F10A63A4-8910-48D6-B5AF-CFF813BE2E3D}" srcOrd="0" destOrd="0" presId="urn:microsoft.com/office/officeart/2005/8/layout/hierarchy1"/>
    <dgm:cxn modelId="{EA42282C-3F08-47E2-90DC-00F615F8EBE5}" type="presParOf" srcId="{F10A63A4-8910-48D6-B5AF-CFF813BE2E3D}" destId="{38BD8E0E-06ED-4ADB-B5B6-DAA1333FF423}" srcOrd="0" destOrd="0" presId="urn:microsoft.com/office/officeart/2005/8/layout/hierarchy1"/>
    <dgm:cxn modelId="{3630AB01-7734-4818-B42D-33576D987A9A}" type="presParOf" srcId="{38BD8E0E-06ED-4ADB-B5B6-DAA1333FF423}" destId="{3451C7AD-C3B9-4B30-85B1-99110C8BFCF0}" srcOrd="0" destOrd="0" presId="urn:microsoft.com/office/officeart/2005/8/layout/hierarchy1"/>
    <dgm:cxn modelId="{F877AC0A-595B-4BCB-A741-E13CA8B49984}" type="presParOf" srcId="{38BD8E0E-06ED-4ADB-B5B6-DAA1333FF423}" destId="{8DC2A4D0-0FAE-4434-8C51-687A4EDC5932}" srcOrd="1" destOrd="0" presId="urn:microsoft.com/office/officeart/2005/8/layout/hierarchy1"/>
    <dgm:cxn modelId="{F23D7B43-2987-4A0E-A557-DB977325F291}" type="presParOf" srcId="{F10A63A4-8910-48D6-B5AF-CFF813BE2E3D}" destId="{000EFAC1-C5D2-477E-83A5-84548F50D995}" srcOrd="1" destOrd="0" presId="urn:microsoft.com/office/officeart/2005/8/layout/hierarchy1"/>
    <dgm:cxn modelId="{D9936DAE-E391-4B61-AE34-FDD1EBD261AB}" type="presParOf" srcId="{6BA6E5B6-DDC9-4F20-B4AD-6DB0F9DC95F3}" destId="{863B85B6-E021-4294-B910-B912E5517126}" srcOrd="1" destOrd="0" presId="urn:microsoft.com/office/officeart/2005/8/layout/hierarchy1"/>
    <dgm:cxn modelId="{CF219024-B16B-4AAB-B60E-43BA5F38955F}" type="presParOf" srcId="{863B85B6-E021-4294-B910-B912E5517126}" destId="{995F123A-7139-472C-A3FF-00AD008D8A0F}" srcOrd="0" destOrd="0" presId="urn:microsoft.com/office/officeart/2005/8/layout/hierarchy1"/>
    <dgm:cxn modelId="{151E45C3-CA23-4F59-B589-317E2CAF712B}" type="presParOf" srcId="{995F123A-7139-472C-A3FF-00AD008D8A0F}" destId="{524053C5-B617-4672-BB4C-E5982CCB6E1E}" srcOrd="0" destOrd="0" presId="urn:microsoft.com/office/officeart/2005/8/layout/hierarchy1"/>
    <dgm:cxn modelId="{05D52675-9547-426F-B518-A0EFF241199D}" type="presParOf" srcId="{995F123A-7139-472C-A3FF-00AD008D8A0F}" destId="{803DFF8E-C6FD-4285-BC55-AA4210FC0D02}" srcOrd="1" destOrd="0" presId="urn:microsoft.com/office/officeart/2005/8/layout/hierarchy1"/>
    <dgm:cxn modelId="{D435E235-B768-4232-9A0F-F475BA7C0B54}" type="presParOf" srcId="{863B85B6-E021-4294-B910-B912E5517126}" destId="{54FEBB44-2DA7-4D0D-8FB2-93CB05FA0AC3}"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2824B68-BBBD-4F9C-869C-D23772971128}" type="doc">
      <dgm:prSet loTypeId="urn:microsoft.com/office/officeart/2018/2/layout/IconLabelDescriptionList" loCatId="icon" qsTypeId="urn:microsoft.com/office/officeart/2005/8/quickstyle/simple1" qsCatId="simple" csTypeId="urn:microsoft.com/office/officeart/2018/5/colors/Iconchunking_neutralbg_colorful2" csCatId="colorful" phldr="1"/>
      <dgm:spPr/>
      <dgm:t>
        <a:bodyPr/>
        <a:lstStyle/>
        <a:p>
          <a:endParaRPr lang="en-US"/>
        </a:p>
      </dgm:t>
    </dgm:pt>
    <dgm:pt modelId="{C6444CAF-D1F2-4428-AFB1-06F3F64892F4}">
      <dgm:prSet/>
      <dgm:spPr/>
      <dgm:t>
        <a:bodyPr/>
        <a:lstStyle/>
        <a:p>
          <a:pPr>
            <a:defRPr b="1"/>
          </a:pPr>
          <a:r>
            <a:rPr lang="en-US" b="1"/>
            <a:t>ggplot2</a:t>
          </a:r>
          <a:r>
            <a:rPr lang="en-US"/>
            <a:t>:</a:t>
          </a:r>
        </a:p>
      </dgm:t>
    </dgm:pt>
    <dgm:pt modelId="{7770758F-BB35-4434-86AA-11E8D61C3FE1}" type="parTrans" cxnId="{7329A6DE-7CA0-4123-B771-A99706383A72}">
      <dgm:prSet/>
      <dgm:spPr/>
      <dgm:t>
        <a:bodyPr/>
        <a:lstStyle/>
        <a:p>
          <a:endParaRPr lang="en-US"/>
        </a:p>
      </dgm:t>
    </dgm:pt>
    <dgm:pt modelId="{3BC410CB-85A9-425B-AA93-875D8F7E1FA2}" type="sibTrans" cxnId="{7329A6DE-7CA0-4123-B771-A99706383A72}">
      <dgm:prSet/>
      <dgm:spPr/>
      <dgm:t>
        <a:bodyPr/>
        <a:lstStyle/>
        <a:p>
          <a:endParaRPr lang="en-US"/>
        </a:p>
      </dgm:t>
    </dgm:pt>
    <dgm:pt modelId="{FA1E033E-5752-47CA-8814-B4556E8E0C7B}">
      <dgm:prSet/>
      <dgm:spPr/>
      <dgm:t>
        <a:bodyPr/>
        <a:lstStyle/>
        <a:p>
          <a:r>
            <a:rPr lang="en-US"/>
            <a:t>Purpose: Data visualization</a:t>
          </a:r>
        </a:p>
      </dgm:t>
    </dgm:pt>
    <dgm:pt modelId="{A60FBDFA-7FBD-4FCC-8997-DB86A24009D7}" type="parTrans" cxnId="{BC513D26-D6D6-4DA3-8B3C-93CA6E6BAD17}">
      <dgm:prSet/>
      <dgm:spPr/>
      <dgm:t>
        <a:bodyPr/>
        <a:lstStyle/>
        <a:p>
          <a:endParaRPr lang="en-US"/>
        </a:p>
      </dgm:t>
    </dgm:pt>
    <dgm:pt modelId="{3695A200-BFDC-47CC-817F-3C961433B94E}" type="sibTrans" cxnId="{BC513D26-D6D6-4DA3-8B3C-93CA6E6BAD17}">
      <dgm:prSet/>
      <dgm:spPr/>
      <dgm:t>
        <a:bodyPr/>
        <a:lstStyle/>
        <a:p>
          <a:endParaRPr lang="en-US"/>
        </a:p>
      </dgm:t>
    </dgm:pt>
    <dgm:pt modelId="{B18B41F6-9546-49CF-8F80-A07F1E6D4164}">
      <dgm:prSet/>
      <dgm:spPr/>
      <dgm:t>
        <a:bodyPr/>
        <a:lstStyle/>
        <a:p>
          <a:r>
            <a:rPr lang="en-US"/>
            <a:t>Features: Provides a coherent system for creating graphs</a:t>
          </a:r>
        </a:p>
      </dgm:t>
    </dgm:pt>
    <dgm:pt modelId="{E59CBC50-79A6-409B-8FC2-2352752199CD}" type="parTrans" cxnId="{0BA6D0A8-8A88-4D23-AB0E-95D60563154F}">
      <dgm:prSet/>
      <dgm:spPr/>
      <dgm:t>
        <a:bodyPr/>
        <a:lstStyle/>
        <a:p>
          <a:endParaRPr lang="en-US"/>
        </a:p>
      </dgm:t>
    </dgm:pt>
    <dgm:pt modelId="{6847FE64-999E-4508-A574-93FD6140E770}" type="sibTrans" cxnId="{0BA6D0A8-8A88-4D23-AB0E-95D60563154F}">
      <dgm:prSet/>
      <dgm:spPr/>
      <dgm:t>
        <a:bodyPr/>
        <a:lstStyle/>
        <a:p>
          <a:endParaRPr lang="en-US"/>
        </a:p>
      </dgm:t>
    </dgm:pt>
    <dgm:pt modelId="{0643C79F-AD8C-4447-B3F5-3D16F99B8841}">
      <dgm:prSet/>
      <dgm:spPr/>
      <dgm:t>
        <a:bodyPr/>
        <a:lstStyle/>
        <a:p>
          <a:pPr>
            <a:defRPr b="1"/>
          </a:pPr>
          <a:r>
            <a:rPr lang="en-US" b="1"/>
            <a:t>dplyr</a:t>
          </a:r>
          <a:r>
            <a:rPr lang="en-US"/>
            <a:t>:</a:t>
          </a:r>
        </a:p>
      </dgm:t>
    </dgm:pt>
    <dgm:pt modelId="{99FD67CD-A002-4097-9FCF-DCF232BA84CD}" type="parTrans" cxnId="{4F687450-97A5-44F1-8139-11A98153AA17}">
      <dgm:prSet/>
      <dgm:spPr/>
      <dgm:t>
        <a:bodyPr/>
        <a:lstStyle/>
        <a:p>
          <a:endParaRPr lang="en-US"/>
        </a:p>
      </dgm:t>
    </dgm:pt>
    <dgm:pt modelId="{38F00FC3-A140-4CEE-A353-5A92730DF185}" type="sibTrans" cxnId="{4F687450-97A5-44F1-8139-11A98153AA17}">
      <dgm:prSet/>
      <dgm:spPr/>
      <dgm:t>
        <a:bodyPr/>
        <a:lstStyle/>
        <a:p>
          <a:endParaRPr lang="en-US"/>
        </a:p>
      </dgm:t>
    </dgm:pt>
    <dgm:pt modelId="{F5E5D74A-B311-48C9-8881-96634B57E7CC}">
      <dgm:prSet/>
      <dgm:spPr/>
      <dgm:t>
        <a:bodyPr/>
        <a:lstStyle/>
        <a:p>
          <a:r>
            <a:rPr lang="en-US"/>
            <a:t>Purpose: Data manipulation</a:t>
          </a:r>
        </a:p>
      </dgm:t>
    </dgm:pt>
    <dgm:pt modelId="{ACEDD93E-01FF-44E6-B810-C5700EE6B18E}" type="parTrans" cxnId="{C31D06DE-7212-4360-A218-D69AC78B3D9E}">
      <dgm:prSet/>
      <dgm:spPr/>
      <dgm:t>
        <a:bodyPr/>
        <a:lstStyle/>
        <a:p>
          <a:endParaRPr lang="en-US"/>
        </a:p>
      </dgm:t>
    </dgm:pt>
    <dgm:pt modelId="{6EA1FC43-507E-4FC6-8C56-FA374BFABCFA}" type="sibTrans" cxnId="{C31D06DE-7212-4360-A218-D69AC78B3D9E}">
      <dgm:prSet/>
      <dgm:spPr/>
      <dgm:t>
        <a:bodyPr/>
        <a:lstStyle/>
        <a:p>
          <a:endParaRPr lang="en-US"/>
        </a:p>
      </dgm:t>
    </dgm:pt>
    <dgm:pt modelId="{3DAD9945-D152-4F5B-82A8-1D345DD90AFE}">
      <dgm:prSet/>
      <dgm:spPr/>
      <dgm:t>
        <a:bodyPr/>
        <a:lstStyle/>
        <a:p>
          <a:r>
            <a:rPr lang="en-US"/>
            <a:t>Functions: select, filter, etc. to manipulate tibbles.</a:t>
          </a:r>
        </a:p>
      </dgm:t>
    </dgm:pt>
    <dgm:pt modelId="{63C23B84-E963-4F43-B8D3-143EBC26FF96}" type="parTrans" cxnId="{AD1873C1-83A9-44FE-84F7-DD68744EE69F}">
      <dgm:prSet/>
      <dgm:spPr/>
      <dgm:t>
        <a:bodyPr/>
        <a:lstStyle/>
        <a:p>
          <a:endParaRPr lang="en-US"/>
        </a:p>
      </dgm:t>
    </dgm:pt>
    <dgm:pt modelId="{C4C9B6DB-9871-4E97-B617-E212F8DEA309}" type="sibTrans" cxnId="{AD1873C1-83A9-44FE-84F7-DD68744EE69F}">
      <dgm:prSet/>
      <dgm:spPr/>
      <dgm:t>
        <a:bodyPr/>
        <a:lstStyle/>
        <a:p>
          <a:endParaRPr lang="en-US"/>
        </a:p>
      </dgm:t>
    </dgm:pt>
    <dgm:pt modelId="{C09E5AC3-776C-41FD-BDD7-8944E0865129}">
      <dgm:prSet/>
      <dgm:spPr/>
      <dgm:t>
        <a:bodyPr/>
        <a:lstStyle/>
        <a:p>
          <a:pPr>
            <a:defRPr b="1"/>
          </a:pPr>
          <a:r>
            <a:rPr lang="en-US" b="1"/>
            <a:t>tidyr</a:t>
          </a:r>
          <a:r>
            <a:rPr lang="en-US"/>
            <a:t>:</a:t>
          </a:r>
        </a:p>
      </dgm:t>
    </dgm:pt>
    <dgm:pt modelId="{B9290AAC-97C0-42BC-B378-E6B46634794B}" type="parTrans" cxnId="{ADF53C04-B65D-43E0-A6F4-0816AE7C078B}">
      <dgm:prSet/>
      <dgm:spPr/>
      <dgm:t>
        <a:bodyPr/>
        <a:lstStyle/>
        <a:p>
          <a:endParaRPr lang="en-US"/>
        </a:p>
      </dgm:t>
    </dgm:pt>
    <dgm:pt modelId="{879A29A6-46B7-4518-A4A5-A62CC3A51DA3}" type="sibTrans" cxnId="{ADF53C04-B65D-43E0-A6F4-0816AE7C078B}">
      <dgm:prSet/>
      <dgm:spPr/>
      <dgm:t>
        <a:bodyPr/>
        <a:lstStyle/>
        <a:p>
          <a:endParaRPr lang="en-US"/>
        </a:p>
      </dgm:t>
    </dgm:pt>
    <dgm:pt modelId="{D37EF4D1-407C-4FCC-A666-34B8635825B8}">
      <dgm:prSet/>
      <dgm:spPr/>
      <dgm:t>
        <a:bodyPr/>
        <a:lstStyle/>
        <a:p>
          <a:r>
            <a:rPr lang="en-US"/>
            <a:t>Purpose: Data tidying</a:t>
          </a:r>
        </a:p>
      </dgm:t>
    </dgm:pt>
    <dgm:pt modelId="{57AF0B2A-BEDC-4C68-AEDB-417112F07F63}" type="parTrans" cxnId="{633C865C-761C-48FF-A871-D95A05C3E9EE}">
      <dgm:prSet/>
      <dgm:spPr/>
      <dgm:t>
        <a:bodyPr/>
        <a:lstStyle/>
        <a:p>
          <a:endParaRPr lang="en-US"/>
        </a:p>
      </dgm:t>
    </dgm:pt>
    <dgm:pt modelId="{1E1A19A1-A018-4DF4-9195-637FB8260590}" type="sibTrans" cxnId="{633C865C-761C-48FF-A871-D95A05C3E9EE}">
      <dgm:prSet/>
      <dgm:spPr/>
      <dgm:t>
        <a:bodyPr/>
        <a:lstStyle/>
        <a:p>
          <a:endParaRPr lang="en-US"/>
        </a:p>
      </dgm:t>
    </dgm:pt>
    <dgm:pt modelId="{673326BD-3167-4A90-BBF8-E0805ECB6449}">
      <dgm:prSet/>
      <dgm:spPr/>
      <dgm:t>
        <a:bodyPr/>
        <a:lstStyle/>
        <a:p>
          <a:r>
            <a:rPr lang="en-US"/>
            <a:t>Functions: pivot_longer, pivot_wider, etc. help reshape data into a tidy format.</a:t>
          </a:r>
        </a:p>
      </dgm:t>
    </dgm:pt>
    <dgm:pt modelId="{8EB4D23F-F30A-4216-96BD-D3A8588AB11E}" type="parTrans" cxnId="{6C143E4E-3FE3-4C01-916B-7C9958A602F2}">
      <dgm:prSet/>
      <dgm:spPr/>
      <dgm:t>
        <a:bodyPr/>
        <a:lstStyle/>
        <a:p>
          <a:endParaRPr lang="en-US"/>
        </a:p>
      </dgm:t>
    </dgm:pt>
    <dgm:pt modelId="{C8DDE506-E70C-45C3-95CC-2DC3BFA53C5F}" type="sibTrans" cxnId="{6C143E4E-3FE3-4C01-916B-7C9958A602F2}">
      <dgm:prSet/>
      <dgm:spPr/>
      <dgm:t>
        <a:bodyPr/>
        <a:lstStyle/>
        <a:p>
          <a:endParaRPr lang="en-US"/>
        </a:p>
      </dgm:t>
    </dgm:pt>
    <dgm:pt modelId="{6623826F-7CFC-49FB-8F4D-C27ED7169DF7}" type="pres">
      <dgm:prSet presAssocID="{C2824B68-BBBD-4F9C-869C-D23772971128}" presName="root" presStyleCnt="0">
        <dgm:presLayoutVars>
          <dgm:dir/>
          <dgm:resizeHandles val="exact"/>
        </dgm:presLayoutVars>
      </dgm:prSet>
      <dgm:spPr/>
    </dgm:pt>
    <dgm:pt modelId="{54C000C8-D92B-4AB5-8FFA-6465B5C1B4C5}" type="pres">
      <dgm:prSet presAssocID="{C6444CAF-D1F2-4428-AFB1-06F3F64892F4}" presName="compNode" presStyleCnt="0"/>
      <dgm:spPr/>
    </dgm:pt>
    <dgm:pt modelId="{790E94D9-9481-484F-A9AD-D33EDAC076DA}" type="pres">
      <dgm:prSet presAssocID="{C6444CAF-D1F2-4428-AFB1-06F3F64892F4}"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Statistics"/>
        </a:ext>
      </dgm:extLst>
    </dgm:pt>
    <dgm:pt modelId="{23F24129-03AE-4541-A39E-1BBE4423A05A}" type="pres">
      <dgm:prSet presAssocID="{C6444CAF-D1F2-4428-AFB1-06F3F64892F4}" presName="iconSpace" presStyleCnt="0"/>
      <dgm:spPr/>
    </dgm:pt>
    <dgm:pt modelId="{2B7E1960-214C-48C6-879B-40C4AE9E7CD1}" type="pres">
      <dgm:prSet presAssocID="{C6444CAF-D1F2-4428-AFB1-06F3F64892F4}" presName="parTx" presStyleLbl="revTx" presStyleIdx="0" presStyleCnt="6">
        <dgm:presLayoutVars>
          <dgm:chMax val="0"/>
          <dgm:chPref val="0"/>
        </dgm:presLayoutVars>
      </dgm:prSet>
      <dgm:spPr/>
    </dgm:pt>
    <dgm:pt modelId="{F0CA8542-F229-4DDC-B8C4-618E09F0E3CD}" type="pres">
      <dgm:prSet presAssocID="{C6444CAF-D1F2-4428-AFB1-06F3F64892F4}" presName="txSpace" presStyleCnt="0"/>
      <dgm:spPr/>
    </dgm:pt>
    <dgm:pt modelId="{F73780BA-5AA7-4720-ACB4-AB8733C10ED9}" type="pres">
      <dgm:prSet presAssocID="{C6444CAF-D1F2-4428-AFB1-06F3F64892F4}" presName="desTx" presStyleLbl="revTx" presStyleIdx="1" presStyleCnt="6">
        <dgm:presLayoutVars/>
      </dgm:prSet>
      <dgm:spPr/>
    </dgm:pt>
    <dgm:pt modelId="{FCF39BD7-00C0-4600-8CEA-950CD9794817}" type="pres">
      <dgm:prSet presAssocID="{3BC410CB-85A9-425B-AA93-875D8F7E1FA2}" presName="sibTrans" presStyleCnt="0"/>
      <dgm:spPr/>
    </dgm:pt>
    <dgm:pt modelId="{9172313D-3252-46D7-822E-404B518CD435}" type="pres">
      <dgm:prSet presAssocID="{0643C79F-AD8C-4447-B3F5-3D16F99B8841}" presName="compNode" presStyleCnt="0"/>
      <dgm:spPr/>
    </dgm:pt>
    <dgm:pt modelId="{B30373C8-74D2-4612-A899-7179BFD09864}" type="pres">
      <dgm:prSet presAssocID="{0643C79F-AD8C-4447-B3F5-3D16F99B8841}"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Filter"/>
        </a:ext>
      </dgm:extLst>
    </dgm:pt>
    <dgm:pt modelId="{92AA0309-6AE7-4A63-838A-9C9A11A45A5A}" type="pres">
      <dgm:prSet presAssocID="{0643C79F-AD8C-4447-B3F5-3D16F99B8841}" presName="iconSpace" presStyleCnt="0"/>
      <dgm:spPr/>
    </dgm:pt>
    <dgm:pt modelId="{0CFB7BDB-558F-4178-8E90-9052EDB48EBD}" type="pres">
      <dgm:prSet presAssocID="{0643C79F-AD8C-4447-B3F5-3D16F99B8841}" presName="parTx" presStyleLbl="revTx" presStyleIdx="2" presStyleCnt="6">
        <dgm:presLayoutVars>
          <dgm:chMax val="0"/>
          <dgm:chPref val="0"/>
        </dgm:presLayoutVars>
      </dgm:prSet>
      <dgm:spPr/>
    </dgm:pt>
    <dgm:pt modelId="{1CBFC5C0-6B92-49A1-9606-3F19E7E5A4B8}" type="pres">
      <dgm:prSet presAssocID="{0643C79F-AD8C-4447-B3F5-3D16F99B8841}" presName="txSpace" presStyleCnt="0"/>
      <dgm:spPr/>
    </dgm:pt>
    <dgm:pt modelId="{6D5D02EC-BECA-44C6-BEBF-2400BDE49281}" type="pres">
      <dgm:prSet presAssocID="{0643C79F-AD8C-4447-B3F5-3D16F99B8841}" presName="desTx" presStyleLbl="revTx" presStyleIdx="3" presStyleCnt="6">
        <dgm:presLayoutVars/>
      </dgm:prSet>
      <dgm:spPr/>
    </dgm:pt>
    <dgm:pt modelId="{6B418695-0555-443C-90AF-473F4C0B67D1}" type="pres">
      <dgm:prSet presAssocID="{38F00FC3-A140-4CEE-A353-5A92730DF185}" presName="sibTrans" presStyleCnt="0"/>
      <dgm:spPr/>
    </dgm:pt>
    <dgm:pt modelId="{BF99C16D-3653-400A-B724-9EA8498C934B}" type="pres">
      <dgm:prSet presAssocID="{C09E5AC3-776C-41FD-BDD7-8944E0865129}" presName="compNode" presStyleCnt="0"/>
      <dgm:spPr/>
    </dgm:pt>
    <dgm:pt modelId="{C249A550-13BC-4733-ABE3-CD1CC3370332}" type="pres">
      <dgm:prSet presAssocID="{C09E5AC3-776C-41FD-BDD7-8944E0865129}"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Circle with Left Arrow"/>
        </a:ext>
      </dgm:extLst>
    </dgm:pt>
    <dgm:pt modelId="{D53DE7F7-6E49-4843-994F-9F0702BBC531}" type="pres">
      <dgm:prSet presAssocID="{C09E5AC3-776C-41FD-BDD7-8944E0865129}" presName="iconSpace" presStyleCnt="0"/>
      <dgm:spPr/>
    </dgm:pt>
    <dgm:pt modelId="{908E9317-9025-47D8-A007-7AF8ACD4E927}" type="pres">
      <dgm:prSet presAssocID="{C09E5AC3-776C-41FD-BDD7-8944E0865129}" presName="parTx" presStyleLbl="revTx" presStyleIdx="4" presStyleCnt="6">
        <dgm:presLayoutVars>
          <dgm:chMax val="0"/>
          <dgm:chPref val="0"/>
        </dgm:presLayoutVars>
      </dgm:prSet>
      <dgm:spPr/>
    </dgm:pt>
    <dgm:pt modelId="{1C0EF9F0-5333-409D-8F92-9B45E99179AC}" type="pres">
      <dgm:prSet presAssocID="{C09E5AC3-776C-41FD-BDD7-8944E0865129}" presName="txSpace" presStyleCnt="0"/>
      <dgm:spPr/>
    </dgm:pt>
    <dgm:pt modelId="{07CD728B-A063-460B-AF1D-A6CBE282E61E}" type="pres">
      <dgm:prSet presAssocID="{C09E5AC3-776C-41FD-BDD7-8944E0865129}" presName="desTx" presStyleLbl="revTx" presStyleIdx="5" presStyleCnt="6">
        <dgm:presLayoutVars/>
      </dgm:prSet>
      <dgm:spPr/>
    </dgm:pt>
  </dgm:ptLst>
  <dgm:cxnLst>
    <dgm:cxn modelId="{ADF53C04-B65D-43E0-A6F4-0816AE7C078B}" srcId="{C2824B68-BBBD-4F9C-869C-D23772971128}" destId="{C09E5AC3-776C-41FD-BDD7-8944E0865129}" srcOrd="2" destOrd="0" parTransId="{B9290AAC-97C0-42BC-B378-E6B46634794B}" sibTransId="{879A29A6-46B7-4518-A4A5-A62CC3A51DA3}"/>
    <dgm:cxn modelId="{6E17491C-4778-483D-96F5-3299F4AF7463}" type="presOf" srcId="{C6444CAF-D1F2-4428-AFB1-06F3F64892F4}" destId="{2B7E1960-214C-48C6-879B-40C4AE9E7CD1}" srcOrd="0" destOrd="0" presId="urn:microsoft.com/office/officeart/2018/2/layout/IconLabelDescriptionList"/>
    <dgm:cxn modelId="{BC513D26-D6D6-4DA3-8B3C-93CA6E6BAD17}" srcId="{C6444CAF-D1F2-4428-AFB1-06F3F64892F4}" destId="{FA1E033E-5752-47CA-8814-B4556E8E0C7B}" srcOrd="0" destOrd="0" parTransId="{A60FBDFA-7FBD-4FCC-8997-DB86A24009D7}" sibTransId="{3695A200-BFDC-47CC-817F-3C961433B94E}"/>
    <dgm:cxn modelId="{035C585C-AEF2-4DD7-BF09-2C19D1C6B816}" type="presOf" srcId="{F5E5D74A-B311-48C9-8881-96634B57E7CC}" destId="{6D5D02EC-BECA-44C6-BEBF-2400BDE49281}" srcOrd="0" destOrd="0" presId="urn:microsoft.com/office/officeart/2018/2/layout/IconLabelDescriptionList"/>
    <dgm:cxn modelId="{633C865C-761C-48FF-A871-D95A05C3E9EE}" srcId="{C09E5AC3-776C-41FD-BDD7-8944E0865129}" destId="{D37EF4D1-407C-4FCC-A666-34B8635825B8}" srcOrd="0" destOrd="0" parTransId="{57AF0B2A-BEDC-4C68-AEDB-417112F07F63}" sibTransId="{1E1A19A1-A018-4DF4-9195-637FB8260590}"/>
    <dgm:cxn modelId="{7F151F63-1A1F-4701-911B-D669D82B87D3}" type="presOf" srcId="{C09E5AC3-776C-41FD-BDD7-8944E0865129}" destId="{908E9317-9025-47D8-A007-7AF8ACD4E927}" srcOrd="0" destOrd="0" presId="urn:microsoft.com/office/officeart/2018/2/layout/IconLabelDescriptionList"/>
    <dgm:cxn modelId="{6C143E4E-3FE3-4C01-916B-7C9958A602F2}" srcId="{C09E5AC3-776C-41FD-BDD7-8944E0865129}" destId="{673326BD-3167-4A90-BBF8-E0805ECB6449}" srcOrd="1" destOrd="0" parTransId="{8EB4D23F-F30A-4216-96BD-D3A8588AB11E}" sibTransId="{C8DDE506-E70C-45C3-95CC-2DC3BFA53C5F}"/>
    <dgm:cxn modelId="{4F687450-97A5-44F1-8139-11A98153AA17}" srcId="{C2824B68-BBBD-4F9C-869C-D23772971128}" destId="{0643C79F-AD8C-4447-B3F5-3D16F99B8841}" srcOrd="1" destOrd="0" parTransId="{99FD67CD-A002-4097-9FCF-DCF232BA84CD}" sibTransId="{38F00FC3-A140-4CEE-A353-5A92730DF185}"/>
    <dgm:cxn modelId="{62D38A73-2081-434B-86CC-7A9D2B6C8067}" type="presOf" srcId="{C2824B68-BBBD-4F9C-869C-D23772971128}" destId="{6623826F-7CFC-49FB-8F4D-C27ED7169DF7}" srcOrd="0" destOrd="0" presId="urn:microsoft.com/office/officeart/2018/2/layout/IconLabelDescriptionList"/>
    <dgm:cxn modelId="{822B988C-5FFC-4D2D-AF05-D6597AF24FEE}" type="presOf" srcId="{673326BD-3167-4A90-BBF8-E0805ECB6449}" destId="{07CD728B-A063-460B-AF1D-A6CBE282E61E}" srcOrd="0" destOrd="1" presId="urn:microsoft.com/office/officeart/2018/2/layout/IconLabelDescriptionList"/>
    <dgm:cxn modelId="{F6000EA0-1EC1-448C-AFD1-3480F9E46101}" type="presOf" srcId="{0643C79F-AD8C-4447-B3F5-3D16F99B8841}" destId="{0CFB7BDB-558F-4178-8E90-9052EDB48EBD}" srcOrd="0" destOrd="0" presId="urn:microsoft.com/office/officeart/2018/2/layout/IconLabelDescriptionList"/>
    <dgm:cxn modelId="{05DAC0A2-A890-4866-AA5A-13EB26917B6E}" type="presOf" srcId="{FA1E033E-5752-47CA-8814-B4556E8E0C7B}" destId="{F73780BA-5AA7-4720-ACB4-AB8733C10ED9}" srcOrd="0" destOrd="0" presId="urn:microsoft.com/office/officeart/2018/2/layout/IconLabelDescriptionList"/>
    <dgm:cxn modelId="{0BA786A7-8EC6-434A-A0AE-24E3C4A8DC04}" type="presOf" srcId="{D37EF4D1-407C-4FCC-A666-34B8635825B8}" destId="{07CD728B-A063-460B-AF1D-A6CBE282E61E}" srcOrd="0" destOrd="0" presId="urn:microsoft.com/office/officeart/2018/2/layout/IconLabelDescriptionList"/>
    <dgm:cxn modelId="{0BA6D0A8-8A88-4D23-AB0E-95D60563154F}" srcId="{C6444CAF-D1F2-4428-AFB1-06F3F64892F4}" destId="{B18B41F6-9546-49CF-8F80-A07F1E6D4164}" srcOrd="1" destOrd="0" parTransId="{E59CBC50-79A6-409B-8FC2-2352752199CD}" sibTransId="{6847FE64-999E-4508-A574-93FD6140E770}"/>
    <dgm:cxn modelId="{AD1873C1-83A9-44FE-84F7-DD68744EE69F}" srcId="{0643C79F-AD8C-4447-B3F5-3D16F99B8841}" destId="{3DAD9945-D152-4F5B-82A8-1D345DD90AFE}" srcOrd="1" destOrd="0" parTransId="{63C23B84-E963-4F43-B8D3-143EBC26FF96}" sibTransId="{C4C9B6DB-9871-4E97-B617-E212F8DEA309}"/>
    <dgm:cxn modelId="{23AC72C2-27AD-4503-B8A1-6525558F5568}" type="presOf" srcId="{B18B41F6-9546-49CF-8F80-A07F1E6D4164}" destId="{F73780BA-5AA7-4720-ACB4-AB8733C10ED9}" srcOrd="0" destOrd="1" presId="urn:microsoft.com/office/officeart/2018/2/layout/IconLabelDescriptionList"/>
    <dgm:cxn modelId="{C31D06DE-7212-4360-A218-D69AC78B3D9E}" srcId="{0643C79F-AD8C-4447-B3F5-3D16F99B8841}" destId="{F5E5D74A-B311-48C9-8881-96634B57E7CC}" srcOrd="0" destOrd="0" parTransId="{ACEDD93E-01FF-44E6-B810-C5700EE6B18E}" sibTransId="{6EA1FC43-507E-4FC6-8C56-FA374BFABCFA}"/>
    <dgm:cxn modelId="{7329A6DE-7CA0-4123-B771-A99706383A72}" srcId="{C2824B68-BBBD-4F9C-869C-D23772971128}" destId="{C6444CAF-D1F2-4428-AFB1-06F3F64892F4}" srcOrd="0" destOrd="0" parTransId="{7770758F-BB35-4434-86AA-11E8D61C3FE1}" sibTransId="{3BC410CB-85A9-425B-AA93-875D8F7E1FA2}"/>
    <dgm:cxn modelId="{6259CDF3-D0A1-4EEC-974E-B331086C61FD}" type="presOf" srcId="{3DAD9945-D152-4F5B-82A8-1D345DD90AFE}" destId="{6D5D02EC-BECA-44C6-BEBF-2400BDE49281}" srcOrd="0" destOrd="1" presId="urn:microsoft.com/office/officeart/2018/2/layout/IconLabelDescriptionList"/>
    <dgm:cxn modelId="{E8258355-8A01-4E42-8D7A-92911319A533}" type="presParOf" srcId="{6623826F-7CFC-49FB-8F4D-C27ED7169DF7}" destId="{54C000C8-D92B-4AB5-8FFA-6465B5C1B4C5}" srcOrd="0" destOrd="0" presId="urn:microsoft.com/office/officeart/2018/2/layout/IconLabelDescriptionList"/>
    <dgm:cxn modelId="{E1BF2D43-0AC6-47F0-B2B9-A0C213F584AE}" type="presParOf" srcId="{54C000C8-D92B-4AB5-8FFA-6465B5C1B4C5}" destId="{790E94D9-9481-484F-A9AD-D33EDAC076DA}" srcOrd="0" destOrd="0" presId="urn:microsoft.com/office/officeart/2018/2/layout/IconLabelDescriptionList"/>
    <dgm:cxn modelId="{21AB4854-AFC9-4FA4-8ABC-998D99226BD2}" type="presParOf" srcId="{54C000C8-D92B-4AB5-8FFA-6465B5C1B4C5}" destId="{23F24129-03AE-4541-A39E-1BBE4423A05A}" srcOrd="1" destOrd="0" presId="urn:microsoft.com/office/officeart/2018/2/layout/IconLabelDescriptionList"/>
    <dgm:cxn modelId="{30B5A419-E418-4DF8-9BA9-44E1DBB634FF}" type="presParOf" srcId="{54C000C8-D92B-4AB5-8FFA-6465B5C1B4C5}" destId="{2B7E1960-214C-48C6-879B-40C4AE9E7CD1}" srcOrd="2" destOrd="0" presId="urn:microsoft.com/office/officeart/2018/2/layout/IconLabelDescriptionList"/>
    <dgm:cxn modelId="{31C75F5D-AD7B-4652-9F93-1E414B10F006}" type="presParOf" srcId="{54C000C8-D92B-4AB5-8FFA-6465B5C1B4C5}" destId="{F0CA8542-F229-4DDC-B8C4-618E09F0E3CD}" srcOrd="3" destOrd="0" presId="urn:microsoft.com/office/officeart/2018/2/layout/IconLabelDescriptionList"/>
    <dgm:cxn modelId="{CF4FD6E5-9CDC-4C15-8BFF-F3595CBD9D17}" type="presParOf" srcId="{54C000C8-D92B-4AB5-8FFA-6465B5C1B4C5}" destId="{F73780BA-5AA7-4720-ACB4-AB8733C10ED9}" srcOrd="4" destOrd="0" presId="urn:microsoft.com/office/officeart/2018/2/layout/IconLabelDescriptionList"/>
    <dgm:cxn modelId="{53315391-E516-40D8-BDAE-31CF43648591}" type="presParOf" srcId="{6623826F-7CFC-49FB-8F4D-C27ED7169DF7}" destId="{FCF39BD7-00C0-4600-8CEA-950CD9794817}" srcOrd="1" destOrd="0" presId="urn:microsoft.com/office/officeart/2018/2/layout/IconLabelDescriptionList"/>
    <dgm:cxn modelId="{B2D6F716-B193-473A-B885-7DB76C024EA2}" type="presParOf" srcId="{6623826F-7CFC-49FB-8F4D-C27ED7169DF7}" destId="{9172313D-3252-46D7-822E-404B518CD435}" srcOrd="2" destOrd="0" presId="urn:microsoft.com/office/officeart/2018/2/layout/IconLabelDescriptionList"/>
    <dgm:cxn modelId="{2AC268D0-DFDD-4CCB-B487-43DE34625C14}" type="presParOf" srcId="{9172313D-3252-46D7-822E-404B518CD435}" destId="{B30373C8-74D2-4612-A899-7179BFD09864}" srcOrd="0" destOrd="0" presId="urn:microsoft.com/office/officeart/2018/2/layout/IconLabelDescriptionList"/>
    <dgm:cxn modelId="{10297204-657B-4A4E-8A33-AB01FC8E6EBB}" type="presParOf" srcId="{9172313D-3252-46D7-822E-404B518CD435}" destId="{92AA0309-6AE7-4A63-838A-9C9A11A45A5A}" srcOrd="1" destOrd="0" presId="urn:microsoft.com/office/officeart/2018/2/layout/IconLabelDescriptionList"/>
    <dgm:cxn modelId="{2D806DC5-8541-4348-8FBD-7825D613E2AE}" type="presParOf" srcId="{9172313D-3252-46D7-822E-404B518CD435}" destId="{0CFB7BDB-558F-4178-8E90-9052EDB48EBD}" srcOrd="2" destOrd="0" presId="urn:microsoft.com/office/officeart/2018/2/layout/IconLabelDescriptionList"/>
    <dgm:cxn modelId="{7D32F3A3-6741-4F1E-B85E-B1D6E45EB30D}" type="presParOf" srcId="{9172313D-3252-46D7-822E-404B518CD435}" destId="{1CBFC5C0-6B92-49A1-9606-3F19E7E5A4B8}" srcOrd="3" destOrd="0" presId="urn:microsoft.com/office/officeart/2018/2/layout/IconLabelDescriptionList"/>
    <dgm:cxn modelId="{77DBDFA2-DD80-43CE-864D-004500DB2D9D}" type="presParOf" srcId="{9172313D-3252-46D7-822E-404B518CD435}" destId="{6D5D02EC-BECA-44C6-BEBF-2400BDE49281}" srcOrd="4" destOrd="0" presId="urn:microsoft.com/office/officeart/2018/2/layout/IconLabelDescriptionList"/>
    <dgm:cxn modelId="{484E6D2B-87A4-44C3-A452-D98683820EF0}" type="presParOf" srcId="{6623826F-7CFC-49FB-8F4D-C27ED7169DF7}" destId="{6B418695-0555-443C-90AF-473F4C0B67D1}" srcOrd="3" destOrd="0" presId="urn:microsoft.com/office/officeart/2018/2/layout/IconLabelDescriptionList"/>
    <dgm:cxn modelId="{89ACAAE3-F9AA-4BC9-9EBF-062CC733EEC5}" type="presParOf" srcId="{6623826F-7CFC-49FB-8F4D-C27ED7169DF7}" destId="{BF99C16D-3653-400A-B724-9EA8498C934B}" srcOrd="4" destOrd="0" presId="urn:microsoft.com/office/officeart/2018/2/layout/IconLabelDescriptionList"/>
    <dgm:cxn modelId="{FE7851E8-14B0-42AD-8418-B9B54594D33A}" type="presParOf" srcId="{BF99C16D-3653-400A-B724-9EA8498C934B}" destId="{C249A550-13BC-4733-ABE3-CD1CC3370332}" srcOrd="0" destOrd="0" presId="urn:microsoft.com/office/officeart/2018/2/layout/IconLabelDescriptionList"/>
    <dgm:cxn modelId="{41EE5378-BC71-43B2-8AB9-327421B9F5F3}" type="presParOf" srcId="{BF99C16D-3653-400A-B724-9EA8498C934B}" destId="{D53DE7F7-6E49-4843-994F-9F0702BBC531}" srcOrd="1" destOrd="0" presId="urn:microsoft.com/office/officeart/2018/2/layout/IconLabelDescriptionList"/>
    <dgm:cxn modelId="{C9660DB8-F50D-4BE2-94DA-E1C4CFE76969}" type="presParOf" srcId="{BF99C16D-3653-400A-B724-9EA8498C934B}" destId="{908E9317-9025-47D8-A007-7AF8ACD4E927}" srcOrd="2" destOrd="0" presId="urn:microsoft.com/office/officeart/2018/2/layout/IconLabelDescriptionList"/>
    <dgm:cxn modelId="{298EA657-E212-4140-A17A-2B4B0E0F2827}" type="presParOf" srcId="{BF99C16D-3653-400A-B724-9EA8498C934B}" destId="{1C0EF9F0-5333-409D-8F92-9B45E99179AC}" srcOrd="3" destOrd="0" presId="urn:microsoft.com/office/officeart/2018/2/layout/IconLabelDescriptionList"/>
    <dgm:cxn modelId="{FCCEC920-84B3-4970-920E-E53D4FAC8919}" type="presParOf" srcId="{BF99C16D-3653-400A-B724-9EA8498C934B}" destId="{07CD728B-A063-460B-AF1D-A6CBE282E61E}" srcOrd="4" destOrd="0" presId="urn:microsoft.com/office/officeart/2018/2/layout/IconLabelDescrip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65665C7-DC87-4371-A581-526C89B796FB}" type="doc">
      <dgm:prSet loTypeId="urn:microsoft.com/office/officeart/2018/5/layout/IconCircle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F0CCC3C5-DBC7-49BE-8934-C6016AA1ADEE}">
      <dgm:prSet/>
      <dgm:spPr/>
      <dgm:t>
        <a:bodyPr/>
        <a:lstStyle/>
        <a:p>
          <a:pPr>
            <a:lnSpc>
              <a:spcPct val="100000"/>
            </a:lnSpc>
            <a:defRPr cap="all"/>
          </a:pPr>
          <a:r>
            <a:rPr lang="en-US"/>
            <a:t>Load data using Kaggle API Token</a:t>
          </a:r>
        </a:p>
      </dgm:t>
    </dgm:pt>
    <dgm:pt modelId="{2206EB24-3DFC-4F99-9591-41B31368B325}" type="parTrans" cxnId="{04663B1C-3B39-45C2-921D-02CC7B4A243D}">
      <dgm:prSet/>
      <dgm:spPr/>
      <dgm:t>
        <a:bodyPr/>
        <a:lstStyle/>
        <a:p>
          <a:endParaRPr lang="en-US"/>
        </a:p>
      </dgm:t>
    </dgm:pt>
    <dgm:pt modelId="{B6F5C45B-3762-4944-9C97-B7AB52474D71}" type="sibTrans" cxnId="{04663B1C-3B39-45C2-921D-02CC7B4A243D}">
      <dgm:prSet/>
      <dgm:spPr/>
      <dgm:t>
        <a:bodyPr/>
        <a:lstStyle/>
        <a:p>
          <a:endParaRPr lang="en-US"/>
        </a:p>
      </dgm:t>
    </dgm:pt>
    <dgm:pt modelId="{9E537A70-40D3-4522-AEBF-32A60FAEBF5C}">
      <dgm:prSet/>
      <dgm:spPr/>
      <dgm:t>
        <a:bodyPr/>
        <a:lstStyle/>
        <a:p>
          <a:pPr>
            <a:lnSpc>
              <a:spcPct val="100000"/>
            </a:lnSpc>
            <a:defRPr cap="all"/>
          </a:pPr>
          <a:r>
            <a:rPr lang="en-US"/>
            <a:t>Download data to computer and load data set</a:t>
          </a:r>
        </a:p>
      </dgm:t>
    </dgm:pt>
    <dgm:pt modelId="{22DAE5EB-EF43-4504-9A6B-8C8107D0E5B4}" type="parTrans" cxnId="{18095A04-7A1C-440D-8A07-205B2FDD6ADE}">
      <dgm:prSet/>
      <dgm:spPr/>
      <dgm:t>
        <a:bodyPr/>
        <a:lstStyle/>
        <a:p>
          <a:endParaRPr lang="en-US"/>
        </a:p>
      </dgm:t>
    </dgm:pt>
    <dgm:pt modelId="{58241D3E-E2ED-4C04-8F2E-41615259DF6D}" type="sibTrans" cxnId="{18095A04-7A1C-440D-8A07-205B2FDD6ADE}">
      <dgm:prSet/>
      <dgm:spPr/>
      <dgm:t>
        <a:bodyPr/>
        <a:lstStyle/>
        <a:p>
          <a:endParaRPr lang="en-US"/>
        </a:p>
      </dgm:t>
    </dgm:pt>
    <dgm:pt modelId="{2CE850DC-B422-4E34-A365-CF7C292641A8}">
      <dgm:prSet/>
      <dgm:spPr/>
      <dgm:t>
        <a:bodyPr/>
        <a:lstStyle/>
        <a:p>
          <a:pPr>
            <a:lnSpc>
              <a:spcPct val="100000"/>
            </a:lnSpc>
            <a:defRPr cap="all"/>
          </a:pPr>
          <a:r>
            <a:rPr lang="en-US"/>
            <a:t>setwd("C:/working_directory/") </a:t>
          </a:r>
          <a:r>
            <a:rPr lang="en-US" i="1"/>
            <a:t>#set to location of file</a:t>
          </a:r>
          <a:br>
            <a:rPr lang="en-US"/>
          </a:br>
          <a:br>
            <a:rPr lang="en-US"/>
          </a:br>
          <a:r>
            <a:rPr lang="en-US"/>
            <a:t>tibble_df &lt;- read_csv(“file_name.csv") </a:t>
          </a:r>
        </a:p>
      </dgm:t>
    </dgm:pt>
    <dgm:pt modelId="{08917C74-0CE0-4DA6-97ED-15AF2F006132}" type="parTrans" cxnId="{0B14CE37-BC7E-4D3B-9067-04C32EE2399B}">
      <dgm:prSet/>
      <dgm:spPr/>
      <dgm:t>
        <a:bodyPr/>
        <a:lstStyle/>
        <a:p>
          <a:endParaRPr lang="en-US"/>
        </a:p>
      </dgm:t>
    </dgm:pt>
    <dgm:pt modelId="{09BE32D4-54B7-48E3-B281-A4DA8961A223}" type="sibTrans" cxnId="{0B14CE37-BC7E-4D3B-9067-04C32EE2399B}">
      <dgm:prSet/>
      <dgm:spPr/>
      <dgm:t>
        <a:bodyPr/>
        <a:lstStyle/>
        <a:p>
          <a:endParaRPr lang="en-US"/>
        </a:p>
      </dgm:t>
    </dgm:pt>
    <dgm:pt modelId="{A7BC6064-5DA4-4D9C-B415-EF56BD469D5A}" type="pres">
      <dgm:prSet presAssocID="{565665C7-DC87-4371-A581-526C89B796FB}" presName="root" presStyleCnt="0">
        <dgm:presLayoutVars>
          <dgm:dir/>
          <dgm:resizeHandles val="exact"/>
        </dgm:presLayoutVars>
      </dgm:prSet>
      <dgm:spPr/>
    </dgm:pt>
    <dgm:pt modelId="{DCC8AB17-801E-4E3F-825E-7FA97C8E98AA}" type="pres">
      <dgm:prSet presAssocID="{F0CCC3C5-DBC7-49BE-8934-C6016AA1ADEE}" presName="compNode" presStyleCnt="0"/>
      <dgm:spPr/>
    </dgm:pt>
    <dgm:pt modelId="{4088C8D5-72ED-40D0-BFFF-1DCA363F9200}" type="pres">
      <dgm:prSet presAssocID="{F0CCC3C5-DBC7-49BE-8934-C6016AA1ADEE}" presName="iconBgRect" presStyleLbl="bgShp" presStyleIdx="0" presStyleCnt="3"/>
      <dgm:spPr/>
    </dgm:pt>
    <dgm:pt modelId="{9948AA3A-6378-4C61-86AE-E88F4D23991C}" type="pres">
      <dgm:prSet presAssocID="{F0CCC3C5-DBC7-49BE-8934-C6016AA1ADEE}"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Database"/>
        </a:ext>
      </dgm:extLst>
    </dgm:pt>
    <dgm:pt modelId="{849DB267-FC38-45CE-ACBF-E722431EA3F6}" type="pres">
      <dgm:prSet presAssocID="{F0CCC3C5-DBC7-49BE-8934-C6016AA1ADEE}" presName="spaceRect" presStyleCnt="0"/>
      <dgm:spPr/>
    </dgm:pt>
    <dgm:pt modelId="{CC463ABE-9F0C-43CA-A524-A7B2841CBE12}" type="pres">
      <dgm:prSet presAssocID="{F0CCC3C5-DBC7-49BE-8934-C6016AA1ADEE}" presName="textRect" presStyleLbl="revTx" presStyleIdx="0" presStyleCnt="3">
        <dgm:presLayoutVars>
          <dgm:chMax val="1"/>
          <dgm:chPref val="1"/>
        </dgm:presLayoutVars>
      </dgm:prSet>
      <dgm:spPr/>
    </dgm:pt>
    <dgm:pt modelId="{DF416A03-E228-4827-9433-E93C2A920C4E}" type="pres">
      <dgm:prSet presAssocID="{B6F5C45B-3762-4944-9C97-B7AB52474D71}" presName="sibTrans" presStyleCnt="0"/>
      <dgm:spPr/>
    </dgm:pt>
    <dgm:pt modelId="{452FD4C8-C51B-4149-B897-D06FFCFDF805}" type="pres">
      <dgm:prSet presAssocID="{9E537A70-40D3-4522-AEBF-32A60FAEBF5C}" presName="compNode" presStyleCnt="0"/>
      <dgm:spPr/>
    </dgm:pt>
    <dgm:pt modelId="{9E87005A-B011-4D48-AF61-54C08A15AEB6}" type="pres">
      <dgm:prSet presAssocID="{9E537A70-40D3-4522-AEBF-32A60FAEBF5C}" presName="iconBgRect" presStyleLbl="bgShp" presStyleIdx="1" presStyleCnt="3"/>
      <dgm:spPr/>
    </dgm:pt>
    <dgm:pt modelId="{826E86C3-452B-4438-B1E0-D182283BD25E}" type="pres">
      <dgm:prSet presAssocID="{9E537A70-40D3-4522-AEBF-32A60FAEBF5C}"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ownload from cloud"/>
        </a:ext>
      </dgm:extLst>
    </dgm:pt>
    <dgm:pt modelId="{165680F3-04AA-4912-965A-3BDAF798BA83}" type="pres">
      <dgm:prSet presAssocID="{9E537A70-40D3-4522-AEBF-32A60FAEBF5C}" presName="spaceRect" presStyleCnt="0"/>
      <dgm:spPr/>
    </dgm:pt>
    <dgm:pt modelId="{F1F9C684-3886-43D2-B8B0-01C2774E7656}" type="pres">
      <dgm:prSet presAssocID="{9E537A70-40D3-4522-AEBF-32A60FAEBF5C}" presName="textRect" presStyleLbl="revTx" presStyleIdx="1" presStyleCnt="3">
        <dgm:presLayoutVars>
          <dgm:chMax val="1"/>
          <dgm:chPref val="1"/>
        </dgm:presLayoutVars>
      </dgm:prSet>
      <dgm:spPr/>
    </dgm:pt>
    <dgm:pt modelId="{83835401-53BA-4328-9E26-E29E6A8215F6}" type="pres">
      <dgm:prSet presAssocID="{58241D3E-E2ED-4C04-8F2E-41615259DF6D}" presName="sibTrans" presStyleCnt="0"/>
      <dgm:spPr/>
    </dgm:pt>
    <dgm:pt modelId="{7A0541B6-C683-40AF-919D-2DE71DF64913}" type="pres">
      <dgm:prSet presAssocID="{2CE850DC-B422-4E34-A365-CF7C292641A8}" presName="compNode" presStyleCnt="0"/>
      <dgm:spPr/>
    </dgm:pt>
    <dgm:pt modelId="{FEBE5D4F-2386-4858-9222-166E3FF74647}" type="pres">
      <dgm:prSet presAssocID="{2CE850DC-B422-4E34-A365-CF7C292641A8}" presName="iconBgRect" presStyleLbl="bgShp" presStyleIdx="2" presStyleCnt="3"/>
      <dgm:spPr/>
    </dgm:pt>
    <dgm:pt modelId="{2D9FE681-FAAD-47AB-913E-3BA3671F44CE}" type="pres">
      <dgm:prSet presAssocID="{2CE850DC-B422-4E34-A365-CF7C292641A8}"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Open Folder"/>
        </a:ext>
      </dgm:extLst>
    </dgm:pt>
    <dgm:pt modelId="{5F9E0438-AE38-42D4-888E-55C6D992CB6C}" type="pres">
      <dgm:prSet presAssocID="{2CE850DC-B422-4E34-A365-CF7C292641A8}" presName="spaceRect" presStyleCnt="0"/>
      <dgm:spPr/>
    </dgm:pt>
    <dgm:pt modelId="{D6622C73-5716-48A4-ADE7-27EA2E976F9E}" type="pres">
      <dgm:prSet presAssocID="{2CE850DC-B422-4E34-A365-CF7C292641A8}" presName="textRect" presStyleLbl="revTx" presStyleIdx="2" presStyleCnt="3">
        <dgm:presLayoutVars>
          <dgm:chMax val="1"/>
          <dgm:chPref val="1"/>
        </dgm:presLayoutVars>
      </dgm:prSet>
      <dgm:spPr/>
    </dgm:pt>
  </dgm:ptLst>
  <dgm:cxnLst>
    <dgm:cxn modelId="{18095A04-7A1C-440D-8A07-205B2FDD6ADE}" srcId="{565665C7-DC87-4371-A581-526C89B796FB}" destId="{9E537A70-40D3-4522-AEBF-32A60FAEBF5C}" srcOrd="1" destOrd="0" parTransId="{22DAE5EB-EF43-4504-9A6B-8C8107D0E5B4}" sibTransId="{58241D3E-E2ED-4C04-8F2E-41615259DF6D}"/>
    <dgm:cxn modelId="{8C181516-B8A6-41EB-9E36-47A4284F7F0A}" type="presOf" srcId="{565665C7-DC87-4371-A581-526C89B796FB}" destId="{A7BC6064-5DA4-4D9C-B415-EF56BD469D5A}" srcOrd="0" destOrd="0" presId="urn:microsoft.com/office/officeart/2018/5/layout/IconCircleLabelList"/>
    <dgm:cxn modelId="{04663B1C-3B39-45C2-921D-02CC7B4A243D}" srcId="{565665C7-DC87-4371-A581-526C89B796FB}" destId="{F0CCC3C5-DBC7-49BE-8934-C6016AA1ADEE}" srcOrd="0" destOrd="0" parTransId="{2206EB24-3DFC-4F99-9591-41B31368B325}" sibTransId="{B6F5C45B-3762-4944-9C97-B7AB52474D71}"/>
    <dgm:cxn modelId="{0B14CE37-BC7E-4D3B-9067-04C32EE2399B}" srcId="{565665C7-DC87-4371-A581-526C89B796FB}" destId="{2CE850DC-B422-4E34-A365-CF7C292641A8}" srcOrd="2" destOrd="0" parTransId="{08917C74-0CE0-4DA6-97ED-15AF2F006132}" sibTransId="{09BE32D4-54B7-48E3-B281-A4DA8961A223}"/>
    <dgm:cxn modelId="{EAB5D791-A59E-4F5A-B6E0-EC580B2BEFF6}" type="presOf" srcId="{2CE850DC-B422-4E34-A365-CF7C292641A8}" destId="{D6622C73-5716-48A4-ADE7-27EA2E976F9E}" srcOrd="0" destOrd="0" presId="urn:microsoft.com/office/officeart/2018/5/layout/IconCircleLabelList"/>
    <dgm:cxn modelId="{EACED593-F6AE-4067-9A67-26D3FF4DE31C}" type="presOf" srcId="{9E537A70-40D3-4522-AEBF-32A60FAEBF5C}" destId="{F1F9C684-3886-43D2-B8B0-01C2774E7656}" srcOrd="0" destOrd="0" presId="urn:microsoft.com/office/officeart/2018/5/layout/IconCircleLabelList"/>
    <dgm:cxn modelId="{2BC671CC-7F98-470D-BCEB-F8F23D7E190D}" type="presOf" srcId="{F0CCC3C5-DBC7-49BE-8934-C6016AA1ADEE}" destId="{CC463ABE-9F0C-43CA-A524-A7B2841CBE12}" srcOrd="0" destOrd="0" presId="urn:microsoft.com/office/officeart/2018/5/layout/IconCircleLabelList"/>
    <dgm:cxn modelId="{D5E6C326-64FC-46D9-A334-F876290C9462}" type="presParOf" srcId="{A7BC6064-5DA4-4D9C-B415-EF56BD469D5A}" destId="{DCC8AB17-801E-4E3F-825E-7FA97C8E98AA}" srcOrd="0" destOrd="0" presId="urn:microsoft.com/office/officeart/2018/5/layout/IconCircleLabelList"/>
    <dgm:cxn modelId="{6877EE9F-7865-4289-AB4D-BA34C6119C7B}" type="presParOf" srcId="{DCC8AB17-801E-4E3F-825E-7FA97C8E98AA}" destId="{4088C8D5-72ED-40D0-BFFF-1DCA363F9200}" srcOrd="0" destOrd="0" presId="urn:microsoft.com/office/officeart/2018/5/layout/IconCircleLabelList"/>
    <dgm:cxn modelId="{3C523683-A682-4703-B3A5-BF0DAA61323C}" type="presParOf" srcId="{DCC8AB17-801E-4E3F-825E-7FA97C8E98AA}" destId="{9948AA3A-6378-4C61-86AE-E88F4D23991C}" srcOrd="1" destOrd="0" presId="urn:microsoft.com/office/officeart/2018/5/layout/IconCircleLabelList"/>
    <dgm:cxn modelId="{2D0EA559-4B77-42AD-9EBB-013D0DECE326}" type="presParOf" srcId="{DCC8AB17-801E-4E3F-825E-7FA97C8E98AA}" destId="{849DB267-FC38-45CE-ACBF-E722431EA3F6}" srcOrd="2" destOrd="0" presId="urn:microsoft.com/office/officeart/2018/5/layout/IconCircleLabelList"/>
    <dgm:cxn modelId="{52BA4235-4FEE-4E4A-9596-8E738E78CB0F}" type="presParOf" srcId="{DCC8AB17-801E-4E3F-825E-7FA97C8E98AA}" destId="{CC463ABE-9F0C-43CA-A524-A7B2841CBE12}" srcOrd="3" destOrd="0" presId="urn:microsoft.com/office/officeart/2018/5/layout/IconCircleLabelList"/>
    <dgm:cxn modelId="{D2D9E3FA-29DE-4C16-8AE5-51325CC3D21D}" type="presParOf" srcId="{A7BC6064-5DA4-4D9C-B415-EF56BD469D5A}" destId="{DF416A03-E228-4827-9433-E93C2A920C4E}" srcOrd="1" destOrd="0" presId="urn:microsoft.com/office/officeart/2018/5/layout/IconCircleLabelList"/>
    <dgm:cxn modelId="{4F4AC998-36D4-47AB-A785-D5FFCD338BFB}" type="presParOf" srcId="{A7BC6064-5DA4-4D9C-B415-EF56BD469D5A}" destId="{452FD4C8-C51B-4149-B897-D06FFCFDF805}" srcOrd="2" destOrd="0" presId="urn:microsoft.com/office/officeart/2018/5/layout/IconCircleLabelList"/>
    <dgm:cxn modelId="{658A2CEC-1F13-4B41-A0FD-E8209140E8AC}" type="presParOf" srcId="{452FD4C8-C51B-4149-B897-D06FFCFDF805}" destId="{9E87005A-B011-4D48-AF61-54C08A15AEB6}" srcOrd="0" destOrd="0" presId="urn:microsoft.com/office/officeart/2018/5/layout/IconCircleLabelList"/>
    <dgm:cxn modelId="{2189E6F3-E4F7-4FC4-AED6-B00EBA08CEC7}" type="presParOf" srcId="{452FD4C8-C51B-4149-B897-D06FFCFDF805}" destId="{826E86C3-452B-4438-B1E0-D182283BD25E}" srcOrd="1" destOrd="0" presId="urn:microsoft.com/office/officeart/2018/5/layout/IconCircleLabelList"/>
    <dgm:cxn modelId="{5F8129B2-2A2B-449B-8F07-2EFA6ED3AA0C}" type="presParOf" srcId="{452FD4C8-C51B-4149-B897-D06FFCFDF805}" destId="{165680F3-04AA-4912-965A-3BDAF798BA83}" srcOrd="2" destOrd="0" presId="urn:microsoft.com/office/officeart/2018/5/layout/IconCircleLabelList"/>
    <dgm:cxn modelId="{F54FC7E1-5B91-4748-9C55-D791DF30D4D6}" type="presParOf" srcId="{452FD4C8-C51B-4149-B897-D06FFCFDF805}" destId="{F1F9C684-3886-43D2-B8B0-01C2774E7656}" srcOrd="3" destOrd="0" presId="urn:microsoft.com/office/officeart/2018/5/layout/IconCircleLabelList"/>
    <dgm:cxn modelId="{3E9F2CCE-BDD9-4F2A-9D29-8A19A8B7E1A7}" type="presParOf" srcId="{A7BC6064-5DA4-4D9C-B415-EF56BD469D5A}" destId="{83835401-53BA-4328-9E26-E29E6A8215F6}" srcOrd="3" destOrd="0" presId="urn:microsoft.com/office/officeart/2018/5/layout/IconCircleLabelList"/>
    <dgm:cxn modelId="{13A2A720-4711-423B-BB77-159599424247}" type="presParOf" srcId="{A7BC6064-5DA4-4D9C-B415-EF56BD469D5A}" destId="{7A0541B6-C683-40AF-919D-2DE71DF64913}" srcOrd="4" destOrd="0" presId="urn:microsoft.com/office/officeart/2018/5/layout/IconCircleLabelList"/>
    <dgm:cxn modelId="{EA8F8A6C-4942-4D46-8832-3A9F27941E99}" type="presParOf" srcId="{7A0541B6-C683-40AF-919D-2DE71DF64913}" destId="{FEBE5D4F-2386-4858-9222-166E3FF74647}" srcOrd="0" destOrd="0" presId="urn:microsoft.com/office/officeart/2018/5/layout/IconCircleLabelList"/>
    <dgm:cxn modelId="{F3F95D16-4257-4BC6-B271-B42940562497}" type="presParOf" srcId="{7A0541B6-C683-40AF-919D-2DE71DF64913}" destId="{2D9FE681-FAAD-47AB-913E-3BA3671F44CE}" srcOrd="1" destOrd="0" presId="urn:microsoft.com/office/officeart/2018/5/layout/IconCircleLabelList"/>
    <dgm:cxn modelId="{61497700-6554-4FA1-8639-3A84298F93E0}" type="presParOf" srcId="{7A0541B6-C683-40AF-919D-2DE71DF64913}" destId="{5F9E0438-AE38-42D4-888E-55C6D992CB6C}" srcOrd="2" destOrd="0" presId="urn:microsoft.com/office/officeart/2018/5/layout/IconCircleLabelList"/>
    <dgm:cxn modelId="{08298115-C53A-4C92-998E-BC7DC72426D2}" type="presParOf" srcId="{7A0541B6-C683-40AF-919D-2DE71DF64913}" destId="{D6622C73-5716-48A4-ADE7-27EA2E976F9E}"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FBBB2FB-B73F-49C5-A4B4-ABF69ECF4A1A}" type="doc">
      <dgm:prSet loTypeId="urn:microsoft.com/office/officeart/2018/2/layout/IconLabelDescriptionList" loCatId="icon" qsTypeId="urn:microsoft.com/office/officeart/2005/8/quickstyle/simple1" qsCatId="simple" csTypeId="urn:microsoft.com/office/officeart/2018/5/colors/Iconchunking_neutralbg_colorful1" csCatId="colorful" phldr="1"/>
      <dgm:spPr/>
      <dgm:t>
        <a:bodyPr/>
        <a:lstStyle/>
        <a:p>
          <a:endParaRPr lang="en-US"/>
        </a:p>
      </dgm:t>
    </dgm:pt>
    <dgm:pt modelId="{A30F64F3-26B8-4D46-B46E-A42E4DCB9B3A}">
      <dgm:prSet/>
      <dgm:spPr/>
      <dgm:t>
        <a:bodyPr/>
        <a:lstStyle/>
        <a:p>
          <a:pPr>
            <a:lnSpc>
              <a:spcPct val="100000"/>
            </a:lnSpc>
            <a:defRPr b="1"/>
          </a:pPr>
          <a:r>
            <a:rPr lang="en-US" b="1"/>
            <a:t>mutate()</a:t>
          </a:r>
          <a:endParaRPr lang="en-US"/>
        </a:p>
      </dgm:t>
    </dgm:pt>
    <dgm:pt modelId="{A6AE6D0F-093C-4D48-AEC1-F96E57F8F35A}" type="parTrans" cxnId="{CE2C9D05-3928-42C7-9297-0CAFA0FC202A}">
      <dgm:prSet/>
      <dgm:spPr/>
      <dgm:t>
        <a:bodyPr/>
        <a:lstStyle/>
        <a:p>
          <a:endParaRPr lang="en-US"/>
        </a:p>
      </dgm:t>
    </dgm:pt>
    <dgm:pt modelId="{74B501E3-E229-40C5-8F68-14C477CCDB01}" type="sibTrans" cxnId="{CE2C9D05-3928-42C7-9297-0CAFA0FC202A}">
      <dgm:prSet/>
      <dgm:spPr/>
      <dgm:t>
        <a:bodyPr/>
        <a:lstStyle/>
        <a:p>
          <a:endParaRPr lang="en-US"/>
        </a:p>
      </dgm:t>
    </dgm:pt>
    <dgm:pt modelId="{E3A73E5C-2E6D-4BBA-B529-73CD40238217}">
      <dgm:prSet/>
      <dgm:spPr/>
      <dgm:t>
        <a:bodyPr/>
        <a:lstStyle/>
        <a:p>
          <a:pPr>
            <a:lnSpc>
              <a:spcPct val="100000"/>
            </a:lnSpc>
          </a:pPr>
          <a:r>
            <a:rPr lang="en-US"/>
            <a:t>Adds or modifies columns in a data frame.</a:t>
          </a:r>
        </a:p>
      </dgm:t>
    </dgm:pt>
    <dgm:pt modelId="{3D586E40-74BF-45C9-BEBD-B56FF587C49C}" type="parTrans" cxnId="{940A8DE7-3924-4595-B150-AD88575374D7}">
      <dgm:prSet/>
      <dgm:spPr/>
      <dgm:t>
        <a:bodyPr/>
        <a:lstStyle/>
        <a:p>
          <a:endParaRPr lang="en-US"/>
        </a:p>
      </dgm:t>
    </dgm:pt>
    <dgm:pt modelId="{7A9C7D03-2559-414F-8649-2B99A202ED81}" type="sibTrans" cxnId="{940A8DE7-3924-4595-B150-AD88575374D7}">
      <dgm:prSet/>
      <dgm:spPr/>
      <dgm:t>
        <a:bodyPr/>
        <a:lstStyle/>
        <a:p>
          <a:endParaRPr lang="en-US"/>
        </a:p>
      </dgm:t>
    </dgm:pt>
    <dgm:pt modelId="{0F606528-1F43-4BC6-957A-01048EBB19DB}">
      <dgm:prSet/>
      <dgm:spPr/>
      <dgm:t>
        <a:bodyPr/>
        <a:lstStyle/>
        <a:p>
          <a:pPr>
            <a:lnSpc>
              <a:spcPct val="100000"/>
            </a:lnSpc>
            <a:defRPr b="1"/>
          </a:pPr>
          <a:r>
            <a:rPr lang="en-US" b="1"/>
            <a:t>filter()</a:t>
          </a:r>
          <a:endParaRPr lang="en-US"/>
        </a:p>
      </dgm:t>
    </dgm:pt>
    <dgm:pt modelId="{3CA265AA-2EB2-4BFE-A6BE-15C73EDED287}" type="parTrans" cxnId="{D2AF74AE-5B60-4C64-A897-7A2A69325851}">
      <dgm:prSet/>
      <dgm:spPr/>
      <dgm:t>
        <a:bodyPr/>
        <a:lstStyle/>
        <a:p>
          <a:endParaRPr lang="en-US"/>
        </a:p>
      </dgm:t>
    </dgm:pt>
    <dgm:pt modelId="{D0F7DF4B-EA05-45BC-AAA8-8534C432446D}" type="sibTrans" cxnId="{D2AF74AE-5B60-4C64-A897-7A2A69325851}">
      <dgm:prSet/>
      <dgm:spPr/>
      <dgm:t>
        <a:bodyPr/>
        <a:lstStyle/>
        <a:p>
          <a:endParaRPr lang="en-US"/>
        </a:p>
      </dgm:t>
    </dgm:pt>
    <dgm:pt modelId="{7C17BBB0-D062-4D4C-8767-C1CF1469A9E3}">
      <dgm:prSet/>
      <dgm:spPr/>
      <dgm:t>
        <a:bodyPr/>
        <a:lstStyle/>
        <a:p>
          <a:pPr>
            <a:lnSpc>
              <a:spcPct val="100000"/>
            </a:lnSpc>
          </a:pPr>
          <a:r>
            <a:rPr lang="en-US"/>
            <a:t>Subsets rows based on specified conditions.</a:t>
          </a:r>
        </a:p>
      </dgm:t>
    </dgm:pt>
    <dgm:pt modelId="{E465CB88-4D7B-410A-80FF-F84D9F23696F}" type="parTrans" cxnId="{4CC2CB69-806A-421B-8353-F15A1B8092FE}">
      <dgm:prSet/>
      <dgm:spPr/>
      <dgm:t>
        <a:bodyPr/>
        <a:lstStyle/>
        <a:p>
          <a:endParaRPr lang="en-US"/>
        </a:p>
      </dgm:t>
    </dgm:pt>
    <dgm:pt modelId="{8C8396A2-0973-4867-9DBD-B56A3D169D1A}" type="sibTrans" cxnId="{4CC2CB69-806A-421B-8353-F15A1B8092FE}">
      <dgm:prSet/>
      <dgm:spPr/>
      <dgm:t>
        <a:bodyPr/>
        <a:lstStyle/>
        <a:p>
          <a:endParaRPr lang="en-US"/>
        </a:p>
      </dgm:t>
    </dgm:pt>
    <dgm:pt modelId="{1BF5FD02-F5D3-4883-B5AB-18217544412F}">
      <dgm:prSet/>
      <dgm:spPr/>
      <dgm:t>
        <a:bodyPr/>
        <a:lstStyle/>
        <a:p>
          <a:pPr>
            <a:lnSpc>
              <a:spcPct val="100000"/>
            </a:lnSpc>
            <a:defRPr b="1"/>
          </a:pPr>
          <a:r>
            <a:rPr lang="en-US" b="1"/>
            <a:t>select()</a:t>
          </a:r>
          <a:endParaRPr lang="en-US"/>
        </a:p>
      </dgm:t>
    </dgm:pt>
    <dgm:pt modelId="{18824419-72D3-4521-B6F8-B850C05B6A5D}" type="parTrans" cxnId="{05740B98-9EC9-432F-A241-8A5E9C120749}">
      <dgm:prSet/>
      <dgm:spPr/>
      <dgm:t>
        <a:bodyPr/>
        <a:lstStyle/>
        <a:p>
          <a:endParaRPr lang="en-US"/>
        </a:p>
      </dgm:t>
    </dgm:pt>
    <dgm:pt modelId="{39A00197-CE90-4E41-86FF-3E4F7195750A}" type="sibTrans" cxnId="{05740B98-9EC9-432F-A241-8A5E9C120749}">
      <dgm:prSet/>
      <dgm:spPr/>
      <dgm:t>
        <a:bodyPr/>
        <a:lstStyle/>
        <a:p>
          <a:endParaRPr lang="en-US"/>
        </a:p>
      </dgm:t>
    </dgm:pt>
    <dgm:pt modelId="{791A277A-28E8-443A-81A9-F973852DA394}">
      <dgm:prSet/>
      <dgm:spPr/>
      <dgm:t>
        <a:bodyPr/>
        <a:lstStyle/>
        <a:p>
          <a:pPr>
            <a:lnSpc>
              <a:spcPct val="100000"/>
            </a:lnSpc>
          </a:pPr>
          <a:r>
            <a:rPr lang="en-US"/>
            <a:t>Chooses specific columns from a data frame.</a:t>
          </a:r>
        </a:p>
      </dgm:t>
    </dgm:pt>
    <dgm:pt modelId="{74EF70B0-87E9-4A17-A002-2F02AF817816}" type="parTrans" cxnId="{C07E6384-7BDF-46DF-B65B-9B0FD20409AE}">
      <dgm:prSet/>
      <dgm:spPr/>
      <dgm:t>
        <a:bodyPr/>
        <a:lstStyle/>
        <a:p>
          <a:endParaRPr lang="en-US"/>
        </a:p>
      </dgm:t>
    </dgm:pt>
    <dgm:pt modelId="{9023AB32-8CCA-4E4A-A7D0-FC21A1A7DA7A}" type="sibTrans" cxnId="{C07E6384-7BDF-46DF-B65B-9B0FD20409AE}">
      <dgm:prSet/>
      <dgm:spPr/>
      <dgm:t>
        <a:bodyPr/>
        <a:lstStyle/>
        <a:p>
          <a:endParaRPr lang="en-US"/>
        </a:p>
      </dgm:t>
    </dgm:pt>
    <dgm:pt modelId="{0D57E952-7AC5-4265-A660-EA7C586778B2}">
      <dgm:prSet/>
      <dgm:spPr/>
      <dgm:t>
        <a:bodyPr/>
        <a:lstStyle/>
        <a:p>
          <a:pPr>
            <a:lnSpc>
              <a:spcPct val="100000"/>
            </a:lnSpc>
            <a:defRPr b="1"/>
          </a:pPr>
          <a:r>
            <a:rPr lang="en-US" b="1"/>
            <a:t>summarize()</a:t>
          </a:r>
          <a:endParaRPr lang="en-US"/>
        </a:p>
      </dgm:t>
    </dgm:pt>
    <dgm:pt modelId="{05D21911-F664-4E55-87F2-D4ABB26B1ED7}" type="parTrans" cxnId="{A12984AC-0572-4C7D-8561-FE60002C243F}">
      <dgm:prSet/>
      <dgm:spPr/>
      <dgm:t>
        <a:bodyPr/>
        <a:lstStyle/>
        <a:p>
          <a:endParaRPr lang="en-US"/>
        </a:p>
      </dgm:t>
    </dgm:pt>
    <dgm:pt modelId="{6AAE4716-9C74-4F69-B02C-DD1333CCE437}" type="sibTrans" cxnId="{A12984AC-0572-4C7D-8561-FE60002C243F}">
      <dgm:prSet/>
      <dgm:spPr/>
      <dgm:t>
        <a:bodyPr/>
        <a:lstStyle/>
        <a:p>
          <a:endParaRPr lang="en-US"/>
        </a:p>
      </dgm:t>
    </dgm:pt>
    <dgm:pt modelId="{E1FEBF35-5BE2-4DAA-9F12-9960E37FD621}">
      <dgm:prSet/>
      <dgm:spPr/>
      <dgm:t>
        <a:bodyPr/>
        <a:lstStyle/>
        <a:p>
          <a:pPr>
            <a:lnSpc>
              <a:spcPct val="100000"/>
            </a:lnSpc>
          </a:pPr>
          <a:r>
            <a:rPr lang="en-US"/>
            <a:t>Generates summary statistics for variables.</a:t>
          </a:r>
        </a:p>
      </dgm:t>
    </dgm:pt>
    <dgm:pt modelId="{6ADE3E58-FEFA-493A-8FE7-25247A90DE2E}" type="parTrans" cxnId="{E419A312-ACBE-4643-8EFA-7132F1DB935C}">
      <dgm:prSet/>
      <dgm:spPr/>
      <dgm:t>
        <a:bodyPr/>
        <a:lstStyle/>
        <a:p>
          <a:endParaRPr lang="en-US"/>
        </a:p>
      </dgm:t>
    </dgm:pt>
    <dgm:pt modelId="{ECCC2985-477B-4321-9FA1-0BF246117526}" type="sibTrans" cxnId="{E419A312-ACBE-4643-8EFA-7132F1DB935C}">
      <dgm:prSet/>
      <dgm:spPr/>
      <dgm:t>
        <a:bodyPr/>
        <a:lstStyle/>
        <a:p>
          <a:endParaRPr lang="en-US"/>
        </a:p>
      </dgm:t>
    </dgm:pt>
    <dgm:pt modelId="{50C3A167-110A-4989-9EFE-D9964E513980}" type="pres">
      <dgm:prSet presAssocID="{5FBBB2FB-B73F-49C5-A4B4-ABF69ECF4A1A}" presName="root" presStyleCnt="0">
        <dgm:presLayoutVars>
          <dgm:dir/>
          <dgm:resizeHandles val="exact"/>
        </dgm:presLayoutVars>
      </dgm:prSet>
      <dgm:spPr/>
    </dgm:pt>
    <dgm:pt modelId="{2E5F74ED-3152-4C23-8583-C05ECAC7827F}" type="pres">
      <dgm:prSet presAssocID="{A30F64F3-26B8-4D46-B46E-A42E4DCB9B3A}" presName="compNode" presStyleCnt="0"/>
      <dgm:spPr/>
    </dgm:pt>
    <dgm:pt modelId="{C5BB1AD3-0F26-4E2E-B2C8-FF2D3856B20F}" type="pres">
      <dgm:prSet presAssocID="{A30F64F3-26B8-4D46-B46E-A42E4DCB9B3A}"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Beaker"/>
        </a:ext>
      </dgm:extLst>
    </dgm:pt>
    <dgm:pt modelId="{2DD8D78B-DED8-45F5-8A0E-960D5D5BFAD5}" type="pres">
      <dgm:prSet presAssocID="{A30F64F3-26B8-4D46-B46E-A42E4DCB9B3A}" presName="iconSpace" presStyleCnt="0"/>
      <dgm:spPr/>
    </dgm:pt>
    <dgm:pt modelId="{05955E30-9893-4A97-93CB-CC89431A9AD3}" type="pres">
      <dgm:prSet presAssocID="{A30F64F3-26B8-4D46-B46E-A42E4DCB9B3A}" presName="parTx" presStyleLbl="revTx" presStyleIdx="0" presStyleCnt="8">
        <dgm:presLayoutVars>
          <dgm:chMax val="0"/>
          <dgm:chPref val="0"/>
        </dgm:presLayoutVars>
      </dgm:prSet>
      <dgm:spPr/>
    </dgm:pt>
    <dgm:pt modelId="{AFE6741D-0A36-47F4-BC22-222958A81335}" type="pres">
      <dgm:prSet presAssocID="{A30F64F3-26B8-4D46-B46E-A42E4DCB9B3A}" presName="txSpace" presStyleCnt="0"/>
      <dgm:spPr/>
    </dgm:pt>
    <dgm:pt modelId="{C460B1A2-8FF1-4E70-A6AE-3A340EAFBA7A}" type="pres">
      <dgm:prSet presAssocID="{A30F64F3-26B8-4D46-B46E-A42E4DCB9B3A}" presName="desTx" presStyleLbl="revTx" presStyleIdx="1" presStyleCnt="8">
        <dgm:presLayoutVars/>
      </dgm:prSet>
      <dgm:spPr/>
    </dgm:pt>
    <dgm:pt modelId="{4C1F3A9B-2BAF-4EC0-A02A-53DFB951C6FE}" type="pres">
      <dgm:prSet presAssocID="{74B501E3-E229-40C5-8F68-14C477CCDB01}" presName="sibTrans" presStyleCnt="0"/>
      <dgm:spPr/>
    </dgm:pt>
    <dgm:pt modelId="{91461D53-6722-4FAD-AF8C-BA15F1096D95}" type="pres">
      <dgm:prSet presAssocID="{0F606528-1F43-4BC6-957A-01048EBB19DB}" presName="compNode" presStyleCnt="0"/>
      <dgm:spPr/>
    </dgm:pt>
    <dgm:pt modelId="{2F0E000A-D968-4DCB-9231-BE1DF0EEEAC4}" type="pres">
      <dgm:prSet presAssocID="{0F606528-1F43-4BC6-957A-01048EBB19DB}"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Filter"/>
        </a:ext>
      </dgm:extLst>
    </dgm:pt>
    <dgm:pt modelId="{E85CCB3E-16E1-479A-9D79-DF2D6BC548FB}" type="pres">
      <dgm:prSet presAssocID="{0F606528-1F43-4BC6-957A-01048EBB19DB}" presName="iconSpace" presStyleCnt="0"/>
      <dgm:spPr/>
    </dgm:pt>
    <dgm:pt modelId="{8D1E18E8-DDB6-4063-9634-B0568AC71611}" type="pres">
      <dgm:prSet presAssocID="{0F606528-1F43-4BC6-957A-01048EBB19DB}" presName="parTx" presStyleLbl="revTx" presStyleIdx="2" presStyleCnt="8">
        <dgm:presLayoutVars>
          <dgm:chMax val="0"/>
          <dgm:chPref val="0"/>
        </dgm:presLayoutVars>
      </dgm:prSet>
      <dgm:spPr/>
    </dgm:pt>
    <dgm:pt modelId="{508B2750-BB58-40EA-B67C-E52FB5C5C32C}" type="pres">
      <dgm:prSet presAssocID="{0F606528-1F43-4BC6-957A-01048EBB19DB}" presName="txSpace" presStyleCnt="0"/>
      <dgm:spPr/>
    </dgm:pt>
    <dgm:pt modelId="{FBDFD0A1-1B43-4FD7-A66A-A8F6C5353EF5}" type="pres">
      <dgm:prSet presAssocID="{0F606528-1F43-4BC6-957A-01048EBB19DB}" presName="desTx" presStyleLbl="revTx" presStyleIdx="3" presStyleCnt="8">
        <dgm:presLayoutVars/>
      </dgm:prSet>
      <dgm:spPr/>
    </dgm:pt>
    <dgm:pt modelId="{AC40707C-DF16-414D-98E7-5BE6B289A342}" type="pres">
      <dgm:prSet presAssocID="{D0F7DF4B-EA05-45BC-AAA8-8534C432446D}" presName="sibTrans" presStyleCnt="0"/>
      <dgm:spPr/>
    </dgm:pt>
    <dgm:pt modelId="{362F6614-E54C-4479-B278-24A52C8990AE}" type="pres">
      <dgm:prSet presAssocID="{1BF5FD02-F5D3-4883-B5AB-18217544412F}" presName="compNode" presStyleCnt="0"/>
      <dgm:spPr/>
    </dgm:pt>
    <dgm:pt modelId="{F236B575-74F4-40D9-A620-DE9B38D58587}" type="pres">
      <dgm:prSet presAssocID="{1BF5FD02-F5D3-4883-B5AB-18217544412F}"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ecision chart"/>
        </a:ext>
      </dgm:extLst>
    </dgm:pt>
    <dgm:pt modelId="{0BD00262-C50B-47E6-8314-54180485C5E1}" type="pres">
      <dgm:prSet presAssocID="{1BF5FD02-F5D3-4883-B5AB-18217544412F}" presName="iconSpace" presStyleCnt="0"/>
      <dgm:spPr/>
    </dgm:pt>
    <dgm:pt modelId="{499CBF00-B9D7-432A-A1D1-83BF83D527A5}" type="pres">
      <dgm:prSet presAssocID="{1BF5FD02-F5D3-4883-B5AB-18217544412F}" presName="parTx" presStyleLbl="revTx" presStyleIdx="4" presStyleCnt="8">
        <dgm:presLayoutVars>
          <dgm:chMax val="0"/>
          <dgm:chPref val="0"/>
        </dgm:presLayoutVars>
      </dgm:prSet>
      <dgm:spPr/>
    </dgm:pt>
    <dgm:pt modelId="{1A19464C-7AB1-41B0-9ACD-F3C77614A0C8}" type="pres">
      <dgm:prSet presAssocID="{1BF5FD02-F5D3-4883-B5AB-18217544412F}" presName="txSpace" presStyleCnt="0"/>
      <dgm:spPr/>
    </dgm:pt>
    <dgm:pt modelId="{74DB2555-5C2A-4CF3-87E8-1B1B026E1C3F}" type="pres">
      <dgm:prSet presAssocID="{1BF5FD02-F5D3-4883-B5AB-18217544412F}" presName="desTx" presStyleLbl="revTx" presStyleIdx="5" presStyleCnt="8">
        <dgm:presLayoutVars/>
      </dgm:prSet>
      <dgm:spPr/>
    </dgm:pt>
    <dgm:pt modelId="{DE420B48-14AD-46A5-9F67-156F40F35E1D}" type="pres">
      <dgm:prSet presAssocID="{39A00197-CE90-4E41-86FF-3E4F7195750A}" presName="sibTrans" presStyleCnt="0"/>
      <dgm:spPr/>
    </dgm:pt>
    <dgm:pt modelId="{C259A811-1EAA-4F82-9AAC-E9926F121CFC}" type="pres">
      <dgm:prSet presAssocID="{0D57E952-7AC5-4265-A660-EA7C586778B2}" presName="compNode" presStyleCnt="0"/>
      <dgm:spPr/>
    </dgm:pt>
    <dgm:pt modelId="{E9FB584D-5644-4115-B380-5E3173F4D20B}" type="pres">
      <dgm:prSet presAssocID="{0D57E952-7AC5-4265-A660-EA7C586778B2}"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ubtitles"/>
        </a:ext>
      </dgm:extLst>
    </dgm:pt>
    <dgm:pt modelId="{36F09827-0E46-4914-A953-D323B3642FC1}" type="pres">
      <dgm:prSet presAssocID="{0D57E952-7AC5-4265-A660-EA7C586778B2}" presName="iconSpace" presStyleCnt="0"/>
      <dgm:spPr/>
    </dgm:pt>
    <dgm:pt modelId="{17173E73-499A-413A-A451-9667A1263EBE}" type="pres">
      <dgm:prSet presAssocID="{0D57E952-7AC5-4265-A660-EA7C586778B2}" presName="parTx" presStyleLbl="revTx" presStyleIdx="6" presStyleCnt="8">
        <dgm:presLayoutVars>
          <dgm:chMax val="0"/>
          <dgm:chPref val="0"/>
        </dgm:presLayoutVars>
      </dgm:prSet>
      <dgm:spPr/>
    </dgm:pt>
    <dgm:pt modelId="{9514EB83-D809-4F1C-822B-6F93AE7CDA99}" type="pres">
      <dgm:prSet presAssocID="{0D57E952-7AC5-4265-A660-EA7C586778B2}" presName="txSpace" presStyleCnt="0"/>
      <dgm:spPr/>
    </dgm:pt>
    <dgm:pt modelId="{B6CDBF91-897E-4408-8ED9-231D1AB8C1B8}" type="pres">
      <dgm:prSet presAssocID="{0D57E952-7AC5-4265-A660-EA7C586778B2}" presName="desTx" presStyleLbl="revTx" presStyleIdx="7" presStyleCnt="8">
        <dgm:presLayoutVars/>
      </dgm:prSet>
      <dgm:spPr/>
    </dgm:pt>
  </dgm:ptLst>
  <dgm:cxnLst>
    <dgm:cxn modelId="{BC799605-895D-409D-B324-DED3A8E07676}" type="presOf" srcId="{791A277A-28E8-443A-81A9-F973852DA394}" destId="{74DB2555-5C2A-4CF3-87E8-1B1B026E1C3F}" srcOrd="0" destOrd="0" presId="urn:microsoft.com/office/officeart/2018/2/layout/IconLabelDescriptionList"/>
    <dgm:cxn modelId="{CE2C9D05-3928-42C7-9297-0CAFA0FC202A}" srcId="{5FBBB2FB-B73F-49C5-A4B4-ABF69ECF4A1A}" destId="{A30F64F3-26B8-4D46-B46E-A42E4DCB9B3A}" srcOrd="0" destOrd="0" parTransId="{A6AE6D0F-093C-4D48-AEC1-F96E57F8F35A}" sibTransId="{74B501E3-E229-40C5-8F68-14C477CCDB01}"/>
    <dgm:cxn modelId="{E419A312-ACBE-4643-8EFA-7132F1DB935C}" srcId="{0D57E952-7AC5-4265-A660-EA7C586778B2}" destId="{E1FEBF35-5BE2-4DAA-9F12-9960E37FD621}" srcOrd="0" destOrd="0" parTransId="{6ADE3E58-FEFA-493A-8FE7-25247A90DE2E}" sibTransId="{ECCC2985-477B-4321-9FA1-0BF246117526}"/>
    <dgm:cxn modelId="{0388EE14-F675-403D-971E-A4160B679C21}" type="presOf" srcId="{5FBBB2FB-B73F-49C5-A4B4-ABF69ECF4A1A}" destId="{50C3A167-110A-4989-9EFE-D9964E513980}" srcOrd="0" destOrd="0" presId="urn:microsoft.com/office/officeart/2018/2/layout/IconLabelDescriptionList"/>
    <dgm:cxn modelId="{D45E672B-6DCD-4197-B5ED-C960D6418390}" type="presOf" srcId="{0D57E952-7AC5-4265-A660-EA7C586778B2}" destId="{17173E73-499A-413A-A451-9667A1263EBE}" srcOrd="0" destOrd="0" presId="urn:microsoft.com/office/officeart/2018/2/layout/IconLabelDescriptionList"/>
    <dgm:cxn modelId="{24AAE139-E208-4AE3-A7C4-B319134648F4}" type="presOf" srcId="{E1FEBF35-5BE2-4DAA-9F12-9960E37FD621}" destId="{B6CDBF91-897E-4408-8ED9-231D1AB8C1B8}" srcOrd="0" destOrd="0" presId="urn:microsoft.com/office/officeart/2018/2/layout/IconLabelDescriptionList"/>
    <dgm:cxn modelId="{68CD3643-27F3-4D0E-AC1E-5B966AA3FB7E}" type="presOf" srcId="{E3A73E5C-2E6D-4BBA-B529-73CD40238217}" destId="{C460B1A2-8FF1-4E70-A6AE-3A340EAFBA7A}" srcOrd="0" destOrd="0" presId="urn:microsoft.com/office/officeart/2018/2/layout/IconLabelDescriptionList"/>
    <dgm:cxn modelId="{9B195963-39AC-4B13-9880-1A6024048D7B}" type="presOf" srcId="{0F606528-1F43-4BC6-957A-01048EBB19DB}" destId="{8D1E18E8-DDB6-4063-9634-B0568AC71611}" srcOrd="0" destOrd="0" presId="urn:microsoft.com/office/officeart/2018/2/layout/IconLabelDescriptionList"/>
    <dgm:cxn modelId="{4CC2CB69-806A-421B-8353-F15A1B8092FE}" srcId="{0F606528-1F43-4BC6-957A-01048EBB19DB}" destId="{7C17BBB0-D062-4D4C-8767-C1CF1469A9E3}" srcOrd="0" destOrd="0" parTransId="{E465CB88-4D7B-410A-80FF-F84D9F23696F}" sibTransId="{8C8396A2-0973-4867-9DBD-B56A3D169D1A}"/>
    <dgm:cxn modelId="{C07E6384-7BDF-46DF-B65B-9B0FD20409AE}" srcId="{1BF5FD02-F5D3-4883-B5AB-18217544412F}" destId="{791A277A-28E8-443A-81A9-F973852DA394}" srcOrd="0" destOrd="0" parTransId="{74EF70B0-87E9-4A17-A002-2F02AF817816}" sibTransId="{9023AB32-8CCA-4E4A-A7D0-FC21A1A7DA7A}"/>
    <dgm:cxn modelId="{05740B98-9EC9-432F-A241-8A5E9C120749}" srcId="{5FBBB2FB-B73F-49C5-A4B4-ABF69ECF4A1A}" destId="{1BF5FD02-F5D3-4883-B5AB-18217544412F}" srcOrd="2" destOrd="0" parTransId="{18824419-72D3-4521-B6F8-B850C05B6A5D}" sibTransId="{39A00197-CE90-4E41-86FF-3E4F7195750A}"/>
    <dgm:cxn modelId="{A12984AC-0572-4C7D-8561-FE60002C243F}" srcId="{5FBBB2FB-B73F-49C5-A4B4-ABF69ECF4A1A}" destId="{0D57E952-7AC5-4265-A660-EA7C586778B2}" srcOrd="3" destOrd="0" parTransId="{05D21911-F664-4E55-87F2-D4ABB26B1ED7}" sibTransId="{6AAE4716-9C74-4F69-B02C-DD1333CCE437}"/>
    <dgm:cxn modelId="{D2AF74AE-5B60-4C64-A897-7A2A69325851}" srcId="{5FBBB2FB-B73F-49C5-A4B4-ABF69ECF4A1A}" destId="{0F606528-1F43-4BC6-957A-01048EBB19DB}" srcOrd="1" destOrd="0" parTransId="{3CA265AA-2EB2-4BFE-A6BE-15C73EDED287}" sibTransId="{D0F7DF4B-EA05-45BC-AAA8-8534C432446D}"/>
    <dgm:cxn modelId="{062E17BD-59F9-4465-8DAA-2AA4EE7CD68E}" type="presOf" srcId="{7C17BBB0-D062-4D4C-8767-C1CF1469A9E3}" destId="{FBDFD0A1-1B43-4FD7-A66A-A8F6C5353EF5}" srcOrd="0" destOrd="0" presId="urn:microsoft.com/office/officeart/2018/2/layout/IconLabelDescriptionList"/>
    <dgm:cxn modelId="{3B2AC0D9-1B0D-4CB1-A290-B3ECE24C391B}" type="presOf" srcId="{1BF5FD02-F5D3-4883-B5AB-18217544412F}" destId="{499CBF00-B9D7-432A-A1D1-83BF83D527A5}" srcOrd="0" destOrd="0" presId="urn:microsoft.com/office/officeart/2018/2/layout/IconLabelDescriptionList"/>
    <dgm:cxn modelId="{940A8DE7-3924-4595-B150-AD88575374D7}" srcId="{A30F64F3-26B8-4D46-B46E-A42E4DCB9B3A}" destId="{E3A73E5C-2E6D-4BBA-B529-73CD40238217}" srcOrd="0" destOrd="0" parTransId="{3D586E40-74BF-45C9-BEBD-B56FF587C49C}" sibTransId="{7A9C7D03-2559-414F-8649-2B99A202ED81}"/>
    <dgm:cxn modelId="{4B4DA8FD-641D-4893-8693-5FBCB55882D8}" type="presOf" srcId="{A30F64F3-26B8-4D46-B46E-A42E4DCB9B3A}" destId="{05955E30-9893-4A97-93CB-CC89431A9AD3}" srcOrd="0" destOrd="0" presId="urn:microsoft.com/office/officeart/2018/2/layout/IconLabelDescriptionList"/>
    <dgm:cxn modelId="{425B167B-C924-48C2-9BD9-6028763884B7}" type="presParOf" srcId="{50C3A167-110A-4989-9EFE-D9964E513980}" destId="{2E5F74ED-3152-4C23-8583-C05ECAC7827F}" srcOrd="0" destOrd="0" presId="urn:microsoft.com/office/officeart/2018/2/layout/IconLabelDescriptionList"/>
    <dgm:cxn modelId="{A3C7D50A-B1A6-49D3-AD20-404FF9FAEB2D}" type="presParOf" srcId="{2E5F74ED-3152-4C23-8583-C05ECAC7827F}" destId="{C5BB1AD3-0F26-4E2E-B2C8-FF2D3856B20F}" srcOrd="0" destOrd="0" presId="urn:microsoft.com/office/officeart/2018/2/layout/IconLabelDescriptionList"/>
    <dgm:cxn modelId="{0A2D3944-BBF8-43FD-8341-E73650C8E76F}" type="presParOf" srcId="{2E5F74ED-3152-4C23-8583-C05ECAC7827F}" destId="{2DD8D78B-DED8-45F5-8A0E-960D5D5BFAD5}" srcOrd="1" destOrd="0" presId="urn:microsoft.com/office/officeart/2018/2/layout/IconLabelDescriptionList"/>
    <dgm:cxn modelId="{3009C059-45FE-42EB-838F-2AFA92AA6797}" type="presParOf" srcId="{2E5F74ED-3152-4C23-8583-C05ECAC7827F}" destId="{05955E30-9893-4A97-93CB-CC89431A9AD3}" srcOrd="2" destOrd="0" presId="urn:microsoft.com/office/officeart/2018/2/layout/IconLabelDescriptionList"/>
    <dgm:cxn modelId="{A4AD5B57-25FE-477D-8B48-E5034EA5A47B}" type="presParOf" srcId="{2E5F74ED-3152-4C23-8583-C05ECAC7827F}" destId="{AFE6741D-0A36-47F4-BC22-222958A81335}" srcOrd="3" destOrd="0" presId="urn:microsoft.com/office/officeart/2018/2/layout/IconLabelDescriptionList"/>
    <dgm:cxn modelId="{97A769AB-915C-4954-BDCE-75E2CD87D9ED}" type="presParOf" srcId="{2E5F74ED-3152-4C23-8583-C05ECAC7827F}" destId="{C460B1A2-8FF1-4E70-A6AE-3A340EAFBA7A}" srcOrd="4" destOrd="0" presId="urn:microsoft.com/office/officeart/2018/2/layout/IconLabelDescriptionList"/>
    <dgm:cxn modelId="{F279BECD-DDDC-48B3-A485-9A8479ACC3C8}" type="presParOf" srcId="{50C3A167-110A-4989-9EFE-D9964E513980}" destId="{4C1F3A9B-2BAF-4EC0-A02A-53DFB951C6FE}" srcOrd="1" destOrd="0" presId="urn:microsoft.com/office/officeart/2018/2/layout/IconLabelDescriptionList"/>
    <dgm:cxn modelId="{09F19091-B586-4575-A68D-83DAB673FEF9}" type="presParOf" srcId="{50C3A167-110A-4989-9EFE-D9964E513980}" destId="{91461D53-6722-4FAD-AF8C-BA15F1096D95}" srcOrd="2" destOrd="0" presId="urn:microsoft.com/office/officeart/2018/2/layout/IconLabelDescriptionList"/>
    <dgm:cxn modelId="{08BE3B5A-7F48-46FE-93B9-7CFFE89A99E4}" type="presParOf" srcId="{91461D53-6722-4FAD-AF8C-BA15F1096D95}" destId="{2F0E000A-D968-4DCB-9231-BE1DF0EEEAC4}" srcOrd="0" destOrd="0" presId="urn:microsoft.com/office/officeart/2018/2/layout/IconLabelDescriptionList"/>
    <dgm:cxn modelId="{55EAC9CB-F407-4B34-96E8-CE8823AA8E93}" type="presParOf" srcId="{91461D53-6722-4FAD-AF8C-BA15F1096D95}" destId="{E85CCB3E-16E1-479A-9D79-DF2D6BC548FB}" srcOrd="1" destOrd="0" presId="urn:microsoft.com/office/officeart/2018/2/layout/IconLabelDescriptionList"/>
    <dgm:cxn modelId="{5BE59B60-443A-40B1-A700-5772ED5B68CA}" type="presParOf" srcId="{91461D53-6722-4FAD-AF8C-BA15F1096D95}" destId="{8D1E18E8-DDB6-4063-9634-B0568AC71611}" srcOrd="2" destOrd="0" presId="urn:microsoft.com/office/officeart/2018/2/layout/IconLabelDescriptionList"/>
    <dgm:cxn modelId="{D8D7DE6A-C29B-4572-9A2C-1703E0AC2048}" type="presParOf" srcId="{91461D53-6722-4FAD-AF8C-BA15F1096D95}" destId="{508B2750-BB58-40EA-B67C-E52FB5C5C32C}" srcOrd="3" destOrd="0" presId="urn:microsoft.com/office/officeart/2018/2/layout/IconLabelDescriptionList"/>
    <dgm:cxn modelId="{58EB9B3A-B2C2-4DCF-A1A6-5B91B5E6E475}" type="presParOf" srcId="{91461D53-6722-4FAD-AF8C-BA15F1096D95}" destId="{FBDFD0A1-1B43-4FD7-A66A-A8F6C5353EF5}" srcOrd="4" destOrd="0" presId="urn:microsoft.com/office/officeart/2018/2/layout/IconLabelDescriptionList"/>
    <dgm:cxn modelId="{4FAA321F-9239-4A4F-B4DA-C972445906D7}" type="presParOf" srcId="{50C3A167-110A-4989-9EFE-D9964E513980}" destId="{AC40707C-DF16-414D-98E7-5BE6B289A342}" srcOrd="3" destOrd="0" presId="urn:microsoft.com/office/officeart/2018/2/layout/IconLabelDescriptionList"/>
    <dgm:cxn modelId="{7B57B5B6-5369-470F-B92C-86ED5757FBF2}" type="presParOf" srcId="{50C3A167-110A-4989-9EFE-D9964E513980}" destId="{362F6614-E54C-4479-B278-24A52C8990AE}" srcOrd="4" destOrd="0" presId="urn:microsoft.com/office/officeart/2018/2/layout/IconLabelDescriptionList"/>
    <dgm:cxn modelId="{43E618C4-4635-45E8-B0F3-AA77F9847AC7}" type="presParOf" srcId="{362F6614-E54C-4479-B278-24A52C8990AE}" destId="{F236B575-74F4-40D9-A620-DE9B38D58587}" srcOrd="0" destOrd="0" presId="urn:microsoft.com/office/officeart/2018/2/layout/IconLabelDescriptionList"/>
    <dgm:cxn modelId="{32A0C5C9-AD26-46E5-8B2E-6E5D78B5220C}" type="presParOf" srcId="{362F6614-E54C-4479-B278-24A52C8990AE}" destId="{0BD00262-C50B-47E6-8314-54180485C5E1}" srcOrd="1" destOrd="0" presId="urn:microsoft.com/office/officeart/2018/2/layout/IconLabelDescriptionList"/>
    <dgm:cxn modelId="{15E504FA-887C-40EA-BF02-93340AB81063}" type="presParOf" srcId="{362F6614-E54C-4479-B278-24A52C8990AE}" destId="{499CBF00-B9D7-432A-A1D1-83BF83D527A5}" srcOrd="2" destOrd="0" presId="urn:microsoft.com/office/officeart/2018/2/layout/IconLabelDescriptionList"/>
    <dgm:cxn modelId="{C2BD06F4-7AD3-4DD6-96F2-AA998ED99968}" type="presParOf" srcId="{362F6614-E54C-4479-B278-24A52C8990AE}" destId="{1A19464C-7AB1-41B0-9ACD-F3C77614A0C8}" srcOrd="3" destOrd="0" presId="urn:microsoft.com/office/officeart/2018/2/layout/IconLabelDescriptionList"/>
    <dgm:cxn modelId="{88536A8E-9388-4E96-9632-7DD6AF1AD723}" type="presParOf" srcId="{362F6614-E54C-4479-B278-24A52C8990AE}" destId="{74DB2555-5C2A-4CF3-87E8-1B1B026E1C3F}" srcOrd="4" destOrd="0" presId="urn:microsoft.com/office/officeart/2018/2/layout/IconLabelDescriptionList"/>
    <dgm:cxn modelId="{48604CD8-EF50-48D6-968F-615A49401C7A}" type="presParOf" srcId="{50C3A167-110A-4989-9EFE-D9964E513980}" destId="{DE420B48-14AD-46A5-9F67-156F40F35E1D}" srcOrd="5" destOrd="0" presId="urn:microsoft.com/office/officeart/2018/2/layout/IconLabelDescriptionList"/>
    <dgm:cxn modelId="{BECA8F2A-8814-45F9-98F2-BF42F946AB00}" type="presParOf" srcId="{50C3A167-110A-4989-9EFE-D9964E513980}" destId="{C259A811-1EAA-4F82-9AAC-E9926F121CFC}" srcOrd="6" destOrd="0" presId="urn:microsoft.com/office/officeart/2018/2/layout/IconLabelDescriptionList"/>
    <dgm:cxn modelId="{73591AEF-543C-4488-944F-17BF6DEB968A}" type="presParOf" srcId="{C259A811-1EAA-4F82-9AAC-E9926F121CFC}" destId="{E9FB584D-5644-4115-B380-5E3173F4D20B}" srcOrd="0" destOrd="0" presId="urn:microsoft.com/office/officeart/2018/2/layout/IconLabelDescriptionList"/>
    <dgm:cxn modelId="{A0724A95-8344-4D59-9B70-3ED6AE544ED2}" type="presParOf" srcId="{C259A811-1EAA-4F82-9AAC-E9926F121CFC}" destId="{36F09827-0E46-4914-A953-D323B3642FC1}" srcOrd="1" destOrd="0" presId="urn:microsoft.com/office/officeart/2018/2/layout/IconLabelDescriptionList"/>
    <dgm:cxn modelId="{FA279D2A-AF8E-4715-8CD6-0EEFE2B3D0FD}" type="presParOf" srcId="{C259A811-1EAA-4F82-9AAC-E9926F121CFC}" destId="{17173E73-499A-413A-A451-9667A1263EBE}" srcOrd="2" destOrd="0" presId="urn:microsoft.com/office/officeart/2018/2/layout/IconLabelDescriptionList"/>
    <dgm:cxn modelId="{183D50C2-BF07-4BCE-A444-68004214B62B}" type="presParOf" srcId="{C259A811-1EAA-4F82-9AAC-E9926F121CFC}" destId="{9514EB83-D809-4F1C-822B-6F93AE7CDA99}" srcOrd="3" destOrd="0" presId="urn:microsoft.com/office/officeart/2018/2/layout/IconLabelDescriptionList"/>
    <dgm:cxn modelId="{04F733D9-9BBD-416C-9EDB-DD7E385E5DC6}" type="presParOf" srcId="{C259A811-1EAA-4F82-9AAC-E9926F121CFC}" destId="{B6CDBF91-897E-4408-8ED9-231D1AB8C1B8}" srcOrd="4" destOrd="0" presId="urn:microsoft.com/office/officeart/2018/2/layout/IconLabelDescrip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19E988EC-F7B4-4FC0-9977-17CB736D18D8}" type="doc">
      <dgm:prSet loTypeId="urn:microsoft.com/office/officeart/2018/5/layout/CenteredIconLabelDescriptionList" loCatId="icon" qsTypeId="urn:microsoft.com/office/officeart/2005/8/quickstyle/simple1" qsCatId="simple" csTypeId="urn:microsoft.com/office/officeart/2018/5/colors/Iconchunking_neutralbg_colorful5" csCatId="colorful" phldr="1"/>
      <dgm:spPr/>
      <dgm:t>
        <a:bodyPr/>
        <a:lstStyle/>
        <a:p>
          <a:endParaRPr lang="en-US"/>
        </a:p>
      </dgm:t>
    </dgm:pt>
    <dgm:pt modelId="{A74F4CE3-3CB3-4AE5-B167-4EC43EB0D875}">
      <dgm:prSet/>
      <dgm:spPr/>
      <dgm:t>
        <a:bodyPr/>
        <a:lstStyle/>
        <a:p>
          <a:pPr>
            <a:lnSpc>
              <a:spcPct val="100000"/>
            </a:lnSpc>
            <a:defRPr b="1"/>
          </a:pPr>
          <a:r>
            <a:rPr lang="en-US" b="1"/>
            <a:t>arrange()</a:t>
          </a:r>
          <a:endParaRPr lang="en-US"/>
        </a:p>
      </dgm:t>
    </dgm:pt>
    <dgm:pt modelId="{1206B4DB-AFFA-49A1-8FB9-C5CCB6DC47D7}" type="parTrans" cxnId="{36019CF7-51B1-43A7-9751-D49AE749927D}">
      <dgm:prSet/>
      <dgm:spPr/>
      <dgm:t>
        <a:bodyPr/>
        <a:lstStyle/>
        <a:p>
          <a:endParaRPr lang="en-US"/>
        </a:p>
      </dgm:t>
    </dgm:pt>
    <dgm:pt modelId="{C05FA0B3-5F99-4014-8FA8-8EB620F41126}" type="sibTrans" cxnId="{36019CF7-51B1-43A7-9751-D49AE749927D}">
      <dgm:prSet/>
      <dgm:spPr/>
      <dgm:t>
        <a:bodyPr/>
        <a:lstStyle/>
        <a:p>
          <a:endParaRPr lang="en-US"/>
        </a:p>
      </dgm:t>
    </dgm:pt>
    <dgm:pt modelId="{490AC04F-1666-4FAE-BFC9-E36A036B7006}">
      <dgm:prSet/>
      <dgm:spPr/>
      <dgm:t>
        <a:bodyPr/>
        <a:lstStyle/>
        <a:p>
          <a:pPr>
            <a:lnSpc>
              <a:spcPct val="100000"/>
            </a:lnSpc>
          </a:pPr>
          <a:r>
            <a:rPr lang="en-US"/>
            <a:t>Sorts data by one or more columns.</a:t>
          </a:r>
        </a:p>
      </dgm:t>
    </dgm:pt>
    <dgm:pt modelId="{89C7C05F-E346-4D81-A77F-B07BA81E94F6}" type="parTrans" cxnId="{5E3E9B47-ECEB-43DD-8DC8-F6A77988247E}">
      <dgm:prSet/>
      <dgm:spPr/>
      <dgm:t>
        <a:bodyPr/>
        <a:lstStyle/>
        <a:p>
          <a:endParaRPr lang="en-US"/>
        </a:p>
      </dgm:t>
    </dgm:pt>
    <dgm:pt modelId="{FBF75F3D-47E5-42CC-9365-A1B53AE3F776}" type="sibTrans" cxnId="{5E3E9B47-ECEB-43DD-8DC8-F6A77988247E}">
      <dgm:prSet/>
      <dgm:spPr/>
      <dgm:t>
        <a:bodyPr/>
        <a:lstStyle/>
        <a:p>
          <a:endParaRPr lang="en-US"/>
        </a:p>
      </dgm:t>
    </dgm:pt>
    <dgm:pt modelId="{B7D05C01-3ACD-4F9C-9FFD-4300E251CAC3}">
      <dgm:prSet/>
      <dgm:spPr/>
      <dgm:t>
        <a:bodyPr/>
        <a:lstStyle/>
        <a:p>
          <a:pPr>
            <a:lnSpc>
              <a:spcPct val="100000"/>
            </a:lnSpc>
            <a:defRPr b="1"/>
          </a:pPr>
          <a:r>
            <a:rPr lang="en-US" b="1"/>
            <a:t>group_by()</a:t>
          </a:r>
          <a:endParaRPr lang="en-US"/>
        </a:p>
      </dgm:t>
    </dgm:pt>
    <dgm:pt modelId="{8DA26599-0F66-4275-8746-EC76A4C08D17}" type="parTrans" cxnId="{736D6434-42E9-4B66-B945-6CCC1E672252}">
      <dgm:prSet/>
      <dgm:spPr/>
      <dgm:t>
        <a:bodyPr/>
        <a:lstStyle/>
        <a:p>
          <a:endParaRPr lang="en-US"/>
        </a:p>
      </dgm:t>
    </dgm:pt>
    <dgm:pt modelId="{27A00866-7F42-4ED5-8EE8-CB90D1A36C88}" type="sibTrans" cxnId="{736D6434-42E9-4B66-B945-6CCC1E672252}">
      <dgm:prSet/>
      <dgm:spPr/>
      <dgm:t>
        <a:bodyPr/>
        <a:lstStyle/>
        <a:p>
          <a:endParaRPr lang="en-US"/>
        </a:p>
      </dgm:t>
    </dgm:pt>
    <dgm:pt modelId="{8D1846BF-2186-4FD7-A071-706934A3B6FA}">
      <dgm:prSet/>
      <dgm:spPr/>
      <dgm:t>
        <a:bodyPr/>
        <a:lstStyle/>
        <a:p>
          <a:pPr>
            <a:lnSpc>
              <a:spcPct val="100000"/>
            </a:lnSpc>
          </a:pPr>
          <a:r>
            <a:rPr lang="en-US"/>
            <a:t>Groups data for analysis, facilitating operations like summarization.</a:t>
          </a:r>
        </a:p>
      </dgm:t>
    </dgm:pt>
    <dgm:pt modelId="{6DA28936-6C06-42C0-9DC2-9B6D8520BB6D}" type="parTrans" cxnId="{433210C6-4132-4339-9BA0-40AC731FC36D}">
      <dgm:prSet/>
      <dgm:spPr/>
      <dgm:t>
        <a:bodyPr/>
        <a:lstStyle/>
        <a:p>
          <a:endParaRPr lang="en-US"/>
        </a:p>
      </dgm:t>
    </dgm:pt>
    <dgm:pt modelId="{4F2FAC78-ECFB-4053-B551-982C099ED394}" type="sibTrans" cxnId="{433210C6-4132-4339-9BA0-40AC731FC36D}">
      <dgm:prSet/>
      <dgm:spPr/>
      <dgm:t>
        <a:bodyPr/>
        <a:lstStyle/>
        <a:p>
          <a:endParaRPr lang="en-US"/>
        </a:p>
      </dgm:t>
    </dgm:pt>
    <dgm:pt modelId="{2397BC27-E507-4B8D-AE78-872C269D8F1B}">
      <dgm:prSet/>
      <dgm:spPr/>
      <dgm:t>
        <a:bodyPr/>
        <a:lstStyle/>
        <a:p>
          <a:pPr>
            <a:lnSpc>
              <a:spcPct val="100000"/>
            </a:lnSpc>
            <a:defRPr b="1"/>
          </a:pPr>
          <a:r>
            <a:rPr lang="en-US" b="1"/>
            <a:t>piping (%&gt;%)</a:t>
          </a:r>
          <a:endParaRPr lang="en-US"/>
        </a:p>
      </dgm:t>
    </dgm:pt>
    <dgm:pt modelId="{451E748E-BDF9-41F6-8812-BD2EE6D03552}" type="parTrans" cxnId="{7B33FE77-3082-4039-B705-E534E1E2BD7A}">
      <dgm:prSet/>
      <dgm:spPr/>
      <dgm:t>
        <a:bodyPr/>
        <a:lstStyle/>
        <a:p>
          <a:endParaRPr lang="en-US"/>
        </a:p>
      </dgm:t>
    </dgm:pt>
    <dgm:pt modelId="{0C27B388-C360-4F9E-8739-866B8F76172C}" type="sibTrans" cxnId="{7B33FE77-3082-4039-B705-E534E1E2BD7A}">
      <dgm:prSet/>
      <dgm:spPr/>
      <dgm:t>
        <a:bodyPr/>
        <a:lstStyle/>
        <a:p>
          <a:endParaRPr lang="en-US"/>
        </a:p>
      </dgm:t>
    </dgm:pt>
    <dgm:pt modelId="{D19F6EE1-445C-4B19-993E-01E7D7C67B2D}">
      <dgm:prSet/>
      <dgm:spPr/>
      <dgm:t>
        <a:bodyPr/>
        <a:lstStyle/>
        <a:p>
          <a:pPr>
            <a:lnSpc>
              <a:spcPct val="100000"/>
            </a:lnSpc>
          </a:pPr>
          <a:r>
            <a:rPr lang="en-US"/>
            <a:t>Allows for chaining multiple dplyr functions together. Passes the output of one function directly to the next, enhancing readability and efficiency in data manipulation.</a:t>
          </a:r>
        </a:p>
      </dgm:t>
    </dgm:pt>
    <dgm:pt modelId="{2FC9F46C-31E8-4FB7-8966-F96FB07B3CFC}" type="parTrans" cxnId="{94AF61F6-272A-4E58-A7E1-DFFB0A32B0E7}">
      <dgm:prSet/>
      <dgm:spPr/>
      <dgm:t>
        <a:bodyPr/>
        <a:lstStyle/>
        <a:p>
          <a:endParaRPr lang="en-US"/>
        </a:p>
      </dgm:t>
    </dgm:pt>
    <dgm:pt modelId="{072EBEEC-7BC7-49D5-8577-A958E175D98B}" type="sibTrans" cxnId="{94AF61F6-272A-4E58-A7E1-DFFB0A32B0E7}">
      <dgm:prSet/>
      <dgm:spPr/>
      <dgm:t>
        <a:bodyPr/>
        <a:lstStyle/>
        <a:p>
          <a:endParaRPr lang="en-US"/>
        </a:p>
      </dgm:t>
    </dgm:pt>
    <dgm:pt modelId="{400BD68F-F27C-4368-B538-33C7057C0157}" type="pres">
      <dgm:prSet presAssocID="{19E988EC-F7B4-4FC0-9977-17CB736D18D8}" presName="root" presStyleCnt="0">
        <dgm:presLayoutVars>
          <dgm:dir/>
          <dgm:resizeHandles val="exact"/>
        </dgm:presLayoutVars>
      </dgm:prSet>
      <dgm:spPr/>
    </dgm:pt>
    <dgm:pt modelId="{FC60E2E4-CC4A-4017-A338-43ECBFE47CB1}" type="pres">
      <dgm:prSet presAssocID="{A74F4CE3-3CB3-4AE5-B167-4EC43EB0D875}" presName="compNode" presStyleCnt="0"/>
      <dgm:spPr/>
    </dgm:pt>
    <dgm:pt modelId="{D01BE2CD-C017-444E-8283-3A71E116B9BC}" type="pres">
      <dgm:prSet presAssocID="{A74F4CE3-3CB3-4AE5-B167-4EC43EB0D875}"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Table"/>
        </a:ext>
      </dgm:extLst>
    </dgm:pt>
    <dgm:pt modelId="{82C17B5E-D374-4C4B-9461-8CBB5FBBAD55}" type="pres">
      <dgm:prSet presAssocID="{A74F4CE3-3CB3-4AE5-B167-4EC43EB0D875}" presName="iconSpace" presStyleCnt="0"/>
      <dgm:spPr/>
    </dgm:pt>
    <dgm:pt modelId="{1169E544-7E47-4109-A0F9-857AAD79B1AE}" type="pres">
      <dgm:prSet presAssocID="{A74F4CE3-3CB3-4AE5-B167-4EC43EB0D875}" presName="parTx" presStyleLbl="revTx" presStyleIdx="0" presStyleCnt="6">
        <dgm:presLayoutVars>
          <dgm:chMax val="0"/>
          <dgm:chPref val="0"/>
        </dgm:presLayoutVars>
      </dgm:prSet>
      <dgm:spPr/>
    </dgm:pt>
    <dgm:pt modelId="{B633B1BA-0ECA-40ED-9081-B590EDCB06CB}" type="pres">
      <dgm:prSet presAssocID="{A74F4CE3-3CB3-4AE5-B167-4EC43EB0D875}" presName="txSpace" presStyleCnt="0"/>
      <dgm:spPr/>
    </dgm:pt>
    <dgm:pt modelId="{A95ECA80-F282-4779-843B-1A16BE900D21}" type="pres">
      <dgm:prSet presAssocID="{A74F4CE3-3CB3-4AE5-B167-4EC43EB0D875}" presName="desTx" presStyleLbl="revTx" presStyleIdx="1" presStyleCnt="6">
        <dgm:presLayoutVars/>
      </dgm:prSet>
      <dgm:spPr/>
    </dgm:pt>
    <dgm:pt modelId="{51AE7E55-974E-4E28-9B4A-3639A93C384F}" type="pres">
      <dgm:prSet presAssocID="{C05FA0B3-5F99-4014-8FA8-8EB620F41126}" presName="sibTrans" presStyleCnt="0"/>
      <dgm:spPr/>
    </dgm:pt>
    <dgm:pt modelId="{85CE705E-3B6B-46CA-A378-280FB5640C15}" type="pres">
      <dgm:prSet presAssocID="{B7D05C01-3ACD-4F9C-9FFD-4300E251CAC3}" presName="compNode" presStyleCnt="0"/>
      <dgm:spPr/>
    </dgm:pt>
    <dgm:pt modelId="{0037A0C9-A680-48D2-9C07-FB86C9C91E12}" type="pres">
      <dgm:prSet presAssocID="{B7D05C01-3ACD-4F9C-9FFD-4300E251CAC3}"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eers"/>
        </a:ext>
      </dgm:extLst>
    </dgm:pt>
    <dgm:pt modelId="{730D8417-0A55-491E-B624-1026E5630970}" type="pres">
      <dgm:prSet presAssocID="{B7D05C01-3ACD-4F9C-9FFD-4300E251CAC3}" presName="iconSpace" presStyleCnt="0"/>
      <dgm:spPr/>
    </dgm:pt>
    <dgm:pt modelId="{AD37FE1C-BAC4-4D8B-A36C-95726222BB29}" type="pres">
      <dgm:prSet presAssocID="{B7D05C01-3ACD-4F9C-9FFD-4300E251CAC3}" presName="parTx" presStyleLbl="revTx" presStyleIdx="2" presStyleCnt="6">
        <dgm:presLayoutVars>
          <dgm:chMax val="0"/>
          <dgm:chPref val="0"/>
        </dgm:presLayoutVars>
      </dgm:prSet>
      <dgm:spPr/>
    </dgm:pt>
    <dgm:pt modelId="{AAF7210E-D86C-4762-B566-C70AF2E57CFC}" type="pres">
      <dgm:prSet presAssocID="{B7D05C01-3ACD-4F9C-9FFD-4300E251CAC3}" presName="txSpace" presStyleCnt="0"/>
      <dgm:spPr/>
    </dgm:pt>
    <dgm:pt modelId="{C15F3686-60DB-4A95-8E4F-BCFD36E96E89}" type="pres">
      <dgm:prSet presAssocID="{B7D05C01-3ACD-4F9C-9FFD-4300E251CAC3}" presName="desTx" presStyleLbl="revTx" presStyleIdx="3" presStyleCnt="6">
        <dgm:presLayoutVars/>
      </dgm:prSet>
      <dgm:spPr/>
    </dgm:pt>
    <dgm:pt modelId="{93A2CB43-EA7F-4F52-AF16-1173E0868C2F}" type="pres">
      <dgm:prSet presAssocID="{27A00866-7F42-4ED5-8EE8-CB90D1A36C88}" presName="sibTrans" presStyleCnt="0"/>
      <dgm:spPr/>
    </dgm:pt>
    <dgm:pt modelId="{B9C95F60-1684-4EB8-9ED4-391AD47078EA}" type="pres">
      <dgm:prSet presAssocID="{2397BC27-E507-4B8D-AE78-872C269D8F1B}" presName="compNode" presStyleCnt="0"/>
      <dgm:spPr/>
    </dgm:pt>
    <dgm:pt modelId="{6BD36F31-AD37-4990-9B69-ADD83A151B2A}" type="pres">
      <dgm:prSet presAssocID="{2397BC27-E507-4B8D-AE78-872C269D8F1B}"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Bridge scene"/>
        </a:ext>
      </dgm:extLst>
    </dgm:pt>
    <dgm:pt modelId="{AB55D060-6731-478A-B5D4-11527E479F04}" type="pres">
      <dgm:prSet presAssocID="{2397BC27-E507-4B8D-AE78-872C269D8F1B}" presName="iconSpace" presStyleCnt="0"/>
      <dgm:spPr/>
    </dgm:pt>
    <dgm:pt modelId="{18F34D53-7C98-428E-BAAC-8691439EC1FE}" type="pres">
      <dgm:prSet presAssocID="{2397BC27-E507-4B8D-AE78-872C269D8F1B}" presName="parTx" presStyleLbl="revTx" presStyleIdx="4" presStyleCnt="6">
        <dgm:presLayoutVars>
          <dgm:chMax val="0"/>
          <dgm:chPref val="0"/>
        </dgm:presLayoutVars>
      </dgm:prSet>
      <dgm:spPr/>
    </dgm:pt>
    <dgm:pt modelId="{7AA23F01-BF5A-4195-886D-13F00580DF27}" type="pres">
      <dgm:prSet presAssocID="{2397BC27-E507-4B8D-AE78-872C269D8F1B}" presName="txSpace" presStyleCnt="0"/>
      <dgm:spPr/>
    </dgm:pt>
    <dgm:pt modelId="{A92F2973-038F-4358-8866-BF943966821C}" type="pres">
      <dgm:prSet presAssocID="{2397BC27-E507-4B8D-AE78-872C269D8F1B}" presName="desTx" presStyleLbl="revTx" presStyleIdx="5" presStyleCnt="6">
        <dgm:presLayoutVars/>
      </dgm:prSet>
      <dgm:spPr/>
    </dgm:pt>
  </dgm:ptLst>
  <dgm:cxnLst>
    <dgm:cxn modelId="{1B704430-2DA2-499A-9D14-312650D6FF08}" type="presOf" srcId="{19E988EC-F7B4-4FC0-9977-17CB736D18D8}" destId="{400BD68F-F27C-4368-B538-33C7057C0157}" srcOrd="0" destOrd="0" presId="urn:microsoft.com/office/officeart/2018/5/layout/CenteredIconLabelDescriptionList"/>
    <dgm:cxn modelId="{736D6434-42E9-4B66-B945-6CCC1E672252}" srcId="{19E988EC-F7B4-4FC0-9977-17CB736D18D8}" destId="{B7D05C01-3ACD-4F9C-9FFD-4300E251CAC3}" srcOrd="1" destOrd="0" parTransId="{8DA26599-0F66-4275-8746-EC76A4C08D17}" sibTransId="{27A00866-7F42-4ED5-8EE8-CB90D1A36C88}"/>
    <dgm:cxn modelId="{5E3E9B47-ECEB-43DD-8DC8-F6A77988247E}" srcId="{A74F4CE3-3CB3-4AE5-B167-4EC43EB0D875}" destId="{490AC04F-1666-4FAE-BFC9-E36A036B7006}" srcOrd="0" destOrd="0" parTransId="{89C7C05F-E346-4D81-A77F-B07BA81E94F6}" sibTransId="{FBF75F3D-47E5-42CC-9365-A1B53AE3F776}"/>
    <dgm:cxn modelId="{7B33FE77-3082-4039-B705-E534E1E2BD7A}" srcId="{19E988EC-F7B4-4FC0-9977-17CB736D18D8}" destId="{2397BC27-E507-4B8D-AE78-872C269D8F1B}" srcOrd="2" destOrd="0" parTransId="{451E748E-BDF9-41F6-8812-BD2EE6D03552}" sibTransId="{0C27B388-C360-4F9E-8739-866B8F76172C}"/>
    <dgm:cxn modelId="{03BFB190-0E27-405A-88A3-45DF22393164}" type="presOf" srcId="{D19F6EE1-445C-4B19-993E-01E7D7C67B2D}" destId="{A92F2973-038F-4358-8866-BF943966821C}" srcOrd="0" destOrd="0" presId="urn:microsoft.com/office/officeart/2018/5/layout/CenteredIconLabelDescriptionList"/>
    <dgm:cxn modelId="{EAF203AA-02C2-4A19-8334-820FAA57ADE1}" type="presOf" srcId="{2397BC27-E507-4B8D-AE78-872C269D8F1B}" destId="{18F34D53-7C98-428E-BAAC-8691439EC1FE}" srcOrd="0" destOrd="0" presId="urn:microsoft.com/office/officeart/2018/5/layout/CenteredIconLabelDescriptionList"/>
    <dgm:cxn modelId="{528009BB-8645-4049-BD97-D5A6684E0A89}" type="presOf" srcId="{B7D05C01-3ACD-4F9C-9FFD-4300E251CAC3}" destId="{AD37FE1C-BAC4-4D8B-A36C-95726222BB29}" srcOrd="0" destOrd="0" presId="urn:microsoft.com/office/officeart/2018/5/layout/CenteredIconLabelDescriptionList"/>
    <dgm:cxn modelId="{73510ABC-A892-44A4-B6FB-41E9A8CE6E86}" type="presOf" srcId="{8D1846BF-2186-4FD7-A071-706934A3B6FA}" destId="{C15F3686-60DB-4A95-8E4F-BCFD36E96E89}" srcOrd="0" destOrd="0" presId="urn:microsoft.com/office/officeart/2018/5/layout/CenteredIconLabelDescriptionList"/>
    <dgm:cxn modelId="{433210C6-4132-4339-9BA0-40AC731FC36D}" srcId="{B7D05C01-3ACD-4F9C-9FFD-4300E251CAC3}" destId="{8D1846BF-2186-4FD7-A071-706934A3B6FA}" srcOrd="0" destOrd="0" parTransId="{6DA28936-6C06-42C0-9DC2-9B6D8520BB6D}" sibTransId="{4F2FAC78-ECFB-4053-B551-982C099ED394}"/>
    <dgm:cxn modelId="{227FEEE6-F9EC-4BB1-BC2A-E053B6B10C6A}" type="presOf" srcId="{490AC04F-1666-4FAE-BFC9-E36A036B7006}" destId="{A95ECA80-F282-4779-843B-1A16BE900D21}" srcOrd="0" destOrd="0" presId="urn:microsoft.com/office/officeart/2018/5/layout/CenteredIconLabelDescriptionList"/>
    <dgm:cxn modelId="{4E54E3F0-933C-4EE4-89E1-F37FCE849540}" type="presOf" srcId="{A74F4CE3-3CB3-4AE5-B167-4EC43EB0D875}" destId="{1169E544-7E47-4109-A0F9-857AAD79B1AE}" srcOrd="0" destOrd="0" presId="urn:microsoft.com/office/officeart/2018/5/layout/CenteredIconLabelDescriptionList"/>
    <dgm:cxn modelId="{94AF61F6-272A-4E58-A7E1-DFFB0A32B0E7}" srcId="{2397BC27-E507-4B8D-AE78-872C269D8F1B}" destId="{D19F6EE1-445C-4B19-993E-01E7D7C67B2D}" srcOrd="0" destOrd="0" parTransId="{2FC9F46C-31E8-4FB7-8966-F96FB07B3CFC}" sibTransId="{072EBEEC-7BC7-49D5-8577-A958E175D98B}"/>
    <dgm:cxn modelId="{36019CF7-51B1-43A7-9751-D49AE749927D}" srcId="{19E988EC-F7B4-4FC0-9977-17CB736D18D8}" destId="{A74F4CE3-3CB3-4AE5-B167-4EC43EB0D875}" srcOrd="0" destOrd="0" parTransId="{1206B4DB-AFFA-49A1-8FB9-C5CCB6DC47D7}" sibTransId="{C05FA0B3-5F99-4014-8FA8-8EB620F41126}"/>
    <dgm:cxn modelId="{8C72F35F-DEF3-4E4F-B936-007335498629}" type="presParOf" srcId="{400BD68F-F27C-4368-B538-33C7057C0157}" destId="{FC60E2E4-CC4A-4017-A338-43ECBFE47CB1}" srcOrd="0" destOrd="0" presId="urn:microsoft.com/office/officeart/2018/5/layout/CenteredIconLabelDescriptionList"/>
    <dgm:cxn modelId="{2A4FD192-B0CE-4898-AE5A-4598334D8C26}" type="presParOf" srcId="{FC60E2E4-CC4A-4017-A338-43ECBFE47CB1}" destId="{D01BE2CD-C017-444E-8283-3A71E116B9BC}" srcOrd="0" destOrd="0" presId="urn:microsoft.com/office/officeart/2018/5/layout/CenteredIconLabelDescriptionList"/>
    <dgm:cxn modelId="{685A2F3A-10D2-4193-80B3-5A6570F41B19}" type="presParOf" srcId="{FC60E2E4-CC4A-4017-A338-43ECBFE47CB1}" destId="{82C17B5E-D374-4C4B-9461-8CBB5FBBAD55}" srcOrd="1" destOrd="0" presId="urn:microsoft.com/office/officeart/2018/5/layout/CenteredIconLabelDescriptionList"/>
    <dgm:cxn modelId="{C7109FEE-2971-4909-9940-D4DA7DF9EF57}" type="presParOf" srcId="{FC60E2E4-CC4A-4017-A338-43ECBFE47CB1}" destId="{1169E544-7E47-4109-A0F9-857AAD79B1AE}" srcOrd="2" destOrd="0" presId="urn:microsoft.com/office/officeart/2018/5/layout/CenteredIconLabelDescriptionList"/>
    <dgm:cxn modelId="{92350D7B-E7E4-42F9-8695-9A76841A6A7D}" type="presParOf" srcId="{FC60E2E4-CC4A-4017-A338-43ECBFE47CB1}" destId="{B633B1BA-0ECA-40ED-9081-B590EDCB06CB}" srcOrd="3" destOrd="0" presId="urn:microsoft.com/office/officeart/2018/5/layout/CenteredIconLabelDescriptionList"/>
    <dgm:cxn modelId="{A8E7ED82-3EE8-4676-8745-F66BE305E15D}" type="presParOf" srcId="{FC60E2E4-CC4A-4017-A338-43ECBFE47CB1}" destId="{A95ECA80-F282-4779-843B-1A16BE900D21}" srcOrd="4" destOrd="0" presId="urn:microsoft.com/office/officeart/2018/5/layout/CenteredIconLabelDescriptionList"/>
    <dgm:cxn modelId="{C445BF07-E588-445B-A2F0-665765016FCA}" type="presParOf" srcId="{400BD68F-F27C-4368-B538-33C7057C0157}" destId="{51AE7E55-974E-4E28-9B4A-3639A93C384F}" srcOrd="1" destOrd="0" presId="urn:microsoft.com/office/officeart/2018/5/layout/CenteredIconLabelDescriptionList"/>
    <dgm:cxn modelId="{5D469BDB-54FA-4E3E-B64D-2DDEE4CCE120}" type="presParOf" srcId="{400BD68F-F27C-4368-B538-33C7057C0157}" destId="{85CE705E-3B6B-46CA-A378-280FB5640C15}" srcOrd="2" destOrd="0" presId="urn:microsoft.com/office/officeart/2018/5/layout/CenteredIconLabelDescriptionList"/>
    <dgm:cxn modelId="{CF15BB4F-B7D4-4C18-A88D-7AF87552A38F}" type="presParOf" srcId="{85CE705E-3B6B-46CA-A378-280FB5640C15}" destId="{0037A0C9-A680-48D2-9C07-FB86C9C91E12}" srcOrd="0" destOrd="0" presId="urn:microsoft.com/office/officeart/2018/5/layout/CenteredIconLabelDescriptionList"/>
    <dgm:cxn modelId="{B5174E47-2DC9-4884-89B4-542AF9BF2D55}" type="presParOf" srcId="{85CE705E-3B6B-46CA-A378-280FB5640C15}" destId="{730D8417-0A55-491E-B624-1026E5630970}" srcOrd="1" destOrd="0" presId="urn:microsoft.com/office/officeart/2018/5/layout/CenteredIconLabelDescriptionList"/>
    <dgm:cxn modelId="{7AF7DE6E-0048-42B9-BBFE-31781CC19253}" type="presParOf" srcId="{85CE705E-3B6B-46CA-A378-280FB5640C15}" destId="{AD37FE1C-BAC4-4D8B-A36C-95726222BB29}" srcOrd="2" destOrd="0" presId="urn:microsoft.com/office/officeart/2018/5/layout/CenteredIconLabelDescriptionList"/>
    <dgm:cxn modelId="{4F741825-EB60-4B32-B64E-20D7F9A1A4CF}" type="presParOf" srcId="{85CE705E-3B6B-46CA-A378-280FB5640C15}" destId="{AAF7210E-D86C-4762-B566-C70AF2E57CFC}" srcOrd="3" destOrd="0" presId="urn:microsoft.com/office/officeart/2018/5/layout/CenteredIconLabelDescriptionList"/>
    <dgm:cxn modelId="{C0089C66-365B-4AE0-8EC0-FC644CADBFB9}" type="presParOf" srcId="{85CE705E-3B6B-46CA-A378-280FB5640C15}" destId="{C15F3686-60DB-4A95-8E4F-BCFD36E96E89}" srcOrd="4" destOrd="0" presId="urn:microsoft.com/office/officeart/2018/5/layout/CenteredIconLabelDescriptionList"/>
    <dgm:cxn modelId="{C3037D82-0951-4CF6-A631-C57FCC3E4BF5}" type="presParOf" srcId="{400BD68F-F27C-4368-B538-33C7057C0157}" destId="{93A2CB43-EA7F-4F52-AF16-1173E0868C2F}" srcOrd="3" destOrd="0" presId="urn:microsoft.com/office/officeart/2018/5/layout/CenteredIconLabelDescriptionList"/>
    <dgm:cxn modelId="{6F61C328-B801-4395-B531-F9817B0E83D1}" type="presParOf" srcId="{400BD68F-F27C-4368-B538-33C7057C0157}" destId="{B9C95F60-1684-4EB8-9ED4-391AD47078EA}" srcOrd="4" destOrd="0" presId="urn:microsoft.com/office/officeart/2018/5/layout/CenteredIconLabelDescriptionList"/>
    <dgm:cxn modelId="{CB5F074F-71B2-4D50-B74B-5C1AA6EACD67}" type="presParOf" srcId="{B9C95F60-1684-4EB8-9ED4-391AD47078EA}" destId="{6BD36F31-AD37-4990-9B69-ADD83A151B2A}" srcOrd="0" destOrd="0" presId="urn:microsoft.com/office/officeart/2018/5/layout/CenteredIconLabelDescriptionList"/>
    <dgm:cxn modelId="{3E3C02C7-3F4E-488D-B138-54BE0B2BF260}" type="presParOf" srcId="{B9C95F60-1684-4EB8-9ED4-391AD47078EA}" destId="{AB55D060-6731-478A-B5D4-11527E479F04}" srcOrd="1" destOrd="0" presId="urn:microsoft.com/office/officeart/2018/5/layout/CenteredIconLabelDescriptionList"/>
    <dgm:cxn modelId="{4BC65B58-5489-4553-AB67-9E224A33B423}" type="presParOf" srcId="{B9C95F60-1684-4EB8-9ED4-391AD47078EA}" destId="{18F34D53-7C98-428E-BAAC-8691439EC1FE}" srcOrd="2" destOrd="0" presId="urn:microsoft.com/office/officeart/2018/5/layout/CenteredIconLabelDescriptionList"/>
    <dgm:cxn modelId="{ED352AB7-3983-44A1-8044-21C9E0771773}" type="presParOf" srcId="{B9C95F60-1684-4EB8-9ED4-391AD47078EA}" destId="{7AA23F01-BF5A-4195-886D-13F00580DF27}" srcOrd="3" destOrd="0" presId="urn:microsoft.com/office/officeart/2018/5/layout/CenteredIconLabelDescriptionList"/>
    <dgm:cxn modelId="{E07DC809-9104-41D1-BA26-E7EEA6B92095}" type="presParOf" srcId="{B9C95F60-1684-4EB8-9ED4-391AD47078EA}" destId="{A92F2973-038F-4358-8866-BF943966821C}" srcOrd="4" destOrd="0" presId="urn:microsoft.com/office/officeart/2018/5/layout/CenteredIconLabelDescrip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9FBB9F3-D846-4969-9D37-CE9B7B45057C}">
      <dsp:nvSpPr>
        <dsp:cNvPr id="0" name=""/>
        <dsp:cNvSpPr/>
      </dsp:nvSpPr>
      <dsp:spPr>
        <a:xfrm>
          <a:off x="270427" y="775773"/>
          <a:ext cx="843873" cy="843873"/>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01DA719-92DD-42E9-A86C-EA7832D32DA0}">
      <dsp:nvSpPr>
        <dsp:cNvPr id="0" name=""/>
        <dsp:cNvSpPr/>
      </dsp:nvSpPr>
      <dsp:spPr>
        <a:xfrm>
          <a:off x="450268" y="955615"/>
          <a:ext cx="484189" cy="48418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6DF4AA62-3D76-41AC-8B92-D0AB25B7683E}">
      <dsp:nvSpPr>
        <dsp:cNvPr id="0" name=""/>
        <dsp:cNvSpPr/>
      </dsp:nvSpPr>
      <dsp:spPr>
        <a:xfrm>
          <a:off x="664" y="1882492"/>
          <a:ext cx="1383398" cy="6052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90000"/>
            </a:lnSpc>
            <a:spcBef>
              <a:spcPct val="0"/>
            </a:spcBef>
            <a:spcAft>
              <a:spcPct val="35000"/>
            </a:spcAft>
            <a:buNone/>
            <a:defRPr cap="all"/>
          </a:pPr>
          <a:r>
            <a:rPr lang="en-US" sz="1100" b="1" kern="1200"/>
            <a:t>Output Control</a:t>
          </a:r>
          <a:r>
            <a:rPr lang="en-US" sz="1100" kern="1200"/>
            <a:t>: The use of chunk options allow for a cleaner, more focused presentation of content.</a:t>
          </a:r>
        </a:p>
      </dsp:txBody>
      <dsp:txXfrm>
        <a:off x="664" y="1882492"/>
        <a:ext cx="1383398" cy="605236"/>
      </dsp:txXfrm>
    </dsp:sp>
    <dsp:sp modelId="{FB223895-1BAA-4E9B-8349-8A1B142A4470}">
      <dsp:nvSpPr>
        <dsp:cNvPr id="0" name=""/>
        <dsp:cNvSpPr/>
      </dsp:nvSpPr>
      <dsp:spPr>
        <a:xfrm>
          <a:off x="1895920" y="775773"/>
          <a:ext cx="843873" cy="843873"/>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097FB2C-EC48-4C6B-8EA6-8D228AA7C751}">
      <dsp:nvSpPr>
        <dsp:cNvPr id="0" name=""/>
        <dsp:cNvSpPr/>
      </dsp:nvSpPr>
      <dsp:spPr>
        <a:xfrm>
          <a:off x="2075762" y="955615"/>
          <a:ext cx="484189" cy="48418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61A628E1-A917-4745-9220-F29E52D0EB0B}">
      <dsp:nvSpPr>
        <dsp:cNvPr id="0" name=""/>
        <dsp:cNvSpPr/>
      </dsp:nvSpPr>
      <dsp:spPr>
        <a:xfrm>
          <a:off x="1626157" y="1882492"/>
          <a:ext cx="1383398" cy="6052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90000"/>
            </a:lnSpc>
            <a:spcBef>
              <a:spcPct val="0"/>
            </a:spcBef>
            <a:spcAft>
              <a:spcPct val="35000"/>
            </a:spcAft>
            <a:buNone/>
            <a:defRPr cap="all"/>
          </a:pPr>
          <a:r>
            <a:rPr lang="en-US" sz="1100" b="1" kern="1200"/>
            <a:t>Multiple Output Formats</a:t>
          </a:r>
          <a:r>
            <a:rPr lang="en-US" sz="1100" kern="1200"/>
            <a:t>: Create documents in formats such as HTML, PDF, Word, and PowerPoint.</a:t>
          </a:r>
        </a:p>
      </dsp:txBody>
      <dsp:txXfrm>
        <a:off x="1626157" y="1882492"/>
        <a:ext cx="1383398" cy="605236"/>
      </dsp:txXfrm>
    </dsp:sp>
    <dsp:sp modelId="{69D43096-C165-4482-A77B-957CD22A8587}">
      <dsp:nvSpPr>
        <dsp:cNvPr id="0" name=""/>
        <dsp:cNvSpPr/>
      </dsp:nvSpPr>
      <dsp:spPr>
        <a:xfrm>
          <a:off x="3521413" y="775773"/>
          <a:ext cx="843873" cy="843873"/>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49360B-E0F4-4035-957B-8C19DD527A65}">
      <dsp:nvSpPr>
        <dsp:cNvPr id="0" name=""/>
        <dsp:cNvSpPr/>
      </dsp:nvSpPr>
      <dsp:spPr>
        <a:xfrm>
          <a:off x="3701255" y="955615"/>
          <a:ext cx="484189" cy="48418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2B2913C8-36D9-427C-9CB6-52CA2DAE21D5}">
      <dsp:nvSpPr>
        <dsp:cNvPr id="0" name=""/>
        <dsp:cNvSpPr/>
      </dsp:nvSpPr>
      <dsp:spPr>
        <a:xfrm>
          <a:off x="3251650" y="1882492"/>
          <a:ext cx="1383398" cy="6052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90000"/>
            </a:lnSpc>
            <a:spcBef>
              <a:spcPct val="0"/>
            </a:spcBef>
            <a:spcAft>
              <a:spcPct val="35000"/>
            </a:spcAft>
            <a:buNone/>
            <a:defRPr cap="all"/>
          </a:pPr>
          <a:r>
            <a:rPr lang="en-US" sz="1100" b="1" kern="1200"/>
            <a:t>Easy Text Formatting</a:t>
          </a:r>
          <a:r>
            <a:rPr lang="en-US" sz="1100" kern="1200"/>
            <a:t>: Text can be formatted using Markdown Syntax.</a:t>
          </a:r>
        </a:p>
      </dsp:txBody>
      <dsp:txXfrm>
        <a:off x="3251650" y="1882492"/>
        <a:ext cx="1383398" cy="605236"/>
      </dsp:txXfrm>
    </dsp:sp>
    <dsp:sp modelId="{C7DB398D-048F-46AC-B700-5672D938F664}">
      <dsp:nvSpPr>
        <dsp:cNvPr id="0" name=""/>
        <dsp:cNvSpPr/>
      </dsp:nvSpPr>
      <dsp:spPr>
        <a:xfrm>
          <a:off x="5146906" y="775773"/>
          <a:ext cx="843873" cy="843873"/>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316B01D-71FA-4405-BD3F-2E2374F9AD15}">
      <dsp:nvSpPr>
        <dsp:cNvPr id="0" name=""/>
        <dsp:cNvSpPr/>
      </dsp:nvSpPr>
      <dsp:spPr>
        <a:xfrm>
          <a:off x="5326748" y="955615"/>
          <a:ext cx="484189" cy="48418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B21FEBA-4FCE-4CA8-B6E6-96532B3B9A1F}">
      <dsp:nvSpPr>
        <dsp:cNvPr id="0" name=""/>
        <dsp:cNvSpPr/>
      </dsp:nvSpPr>
      <dsp:spPr>
        <a:xfrm>
          <a:off x="4877143" y="1882492"/>
          <a:ext cx="1383398" cy="6052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90000"/>
            </a:lnSpc>
            <a:spcBef>
              <a:spcPct val="0"/>
            </a:spcBef>
            <a:spcAft>
              <a:spcPct val="35000"/>
            </a:spcAft>
            <a:buNone/>
            <a:defRPr cap="all"/>
          </a:pPr>
          <a:r>
            <a:rPr lang="en-US" sz="1100" b="1" kern="1200"/>
            <a:t>Integration with R Packages</a:t>
          </a:r>
          <a:r>
            <a:rPr lang="en-US" sz="1100" kern="1200"/>
            <a:t>: Supports R packages like </a:t>
          </a:r>
          <a:r>
            <a:rPr lang="en-US" sz="1100" b="1" kern="1200"/>
            <a:t>’ggplot2</a:t>
          </a:r>
          <a:r>
            <a:rPr lang="en-US" sz="1100" kern="1200"/>
            <a:t> for visualization and </a:t>
          </a:r>
          <a:r>
            <a:rPr lang="en-US" sz="1100" b="1" kern="1200"/>
            <a:t>‘dplyr’</a:t>
          </a:r>
          <a:r>
            <a:rPr lang="en-US" sz="1100" kern="1200"/>
            <a:t> for data manipulation.</a:t>
          </a:r>
        </a:p>
      </dsp:txBody>
      <dsp:txXfrm>
        <a:off x="4877143" y="1882492"/>
        <a:ext cx="1383398" cy="605236"/>
      </dsp:txXfrm>
    </dsp:sp>
    <dsp:sp modelId="{C430230A-94F9-4431-9132-BB2CA99D1B33}">
      <dsp:nvSpPr>
        <dsp:cNvPr id="0" name=""/>
        <dsp:cNvSpPr/>
      </dsp:nvSpPr>
      <dsp:spPr>
        <a:xfrm>
          <a:off x="6772399" y="775773"/>
          <a:ext cx="843873" cy="843873"/>
        </a:xfrm>
        <a:prstGeom prst="ellipse">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2BE6788-E436-4DB8-B939-991A8BDD5686}">
      <dsp:nvSpPr>
        <dsp:cNvPr id="0" name=""/>
        <dsp:cNvSpPr/>
      </dsp:nvSpPr>
      <dsp:spPr>
        <a:xfrm>
          <a:off x="6952241" y="955615"/>
          <a:ext cx="484189" cy="48418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978F7F8E-2B4E-4314-905D-3839696039A6}">
      <dsp:nvSpPr>
        <dsp:cNvPr id="0" name=""/>
        <dsp:cNvSpPr/>
      </dsp:nvSpPr>
      <dsp:spPr>
        <a:xfrm>
          <a:off x="6502637" y="1882492"/>
          <a:ext cx="1383398" cy="6052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90000"/>
            </a:lnSpc>
            <a:spcBef>
              <a:spcPct val="0"/>
            </a:spcBef>
            <a:spcAft>
              <a:spcPct val="35000"/>
            </a:spcAft>
            <a:buNone/>
            <a:defRPr cap="all"/>
          </a:pPr>
          <a:r>
            <a:rPr lang="en-US" sz="1100" b="1" kern="1200"/>
            <a:t>Interactive Features</a:t>
          </a:r>
          <a:r>
            <a:rPr lang="en-US" sz="1100" kern="1200"/>
            <a:t>: Interactive elements can be included in reports.</a:t>
          </a:r>
        </a:p>
      </dsp:txBody>
      <dsp:txXfrm>
        <a:off x="6502637" y="1882492"/>
        <a:ext cx="1383398" cy="60523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576961F-9073-4F2D-9760-8B1497291C11}">
      <dsp:nvSpPr>
        <dsp:cNvPr id="0" name=""/>
        <dsp:cNvSpPr/>
      </dsp:nvSpPr>
      <dsp:spPr>
        <a:xfrm>
          <a:off x="768469" y="502139"/>
          <a:ext cx="823117" cy="82311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6A996FA6-161B-4691-A501-6D4B86826327}">
      <dsp:nvSpPr>
        <dsp:cNvPr id="0" name=""/>
        <dsp:cNvSpPr/>
      </dsp:nvSpPr>
      <dsp:spPr>
        <a:xfrm>
          <a:off x="4145" y="1422402"/>
          <a:ext cx="2351763" cy="3968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90000"/>
            </a:lnSpc>
            <a:spcBef>
              <a:spcPct val="0"/>
            </a:spcBef>
            <a:spcAft>
              <a:spcPct val="35000"/>
            </a:spcAft>
            <a:buNone/>
            <a:defRPr b="1"/>
          </a:pPr>
          <a:r>
            <a:rPr lang="en-US" sz="1400" b="1" kern="1200"/>
            <a:t>Creating an RMarkdown Document</a:t>
          </a:r>
          <a:r>
            <a:rPr lang="en-US" sz="1400" kern="1200"/>
            <a:t>:</a:t>
          </a:r>
        </a:p>
      </dsp:txBody>
      <dsp:txXfrm>
        <a:off x="4145" y="1422402"/>
        <a:ext cx="2351763" cy="396860"/>
      </dsp:txXfrm>
    </dsp:sp>
    <dsp:sp modelId="{F45CDF1B-05E0-40E4-A8AD-62817C14C14F}">
      <dsp:nvSpPr>
        <dsp:cNvPr id="0" name=""/>
        <dsp:cNvSpPr/>
      </dsp:nvSpPr>
      <dsp:spPr>
        <a:xfrm>
          <a:off x="4145" y="1864447"/>
          <a:ext cx="2351763" cy="8969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90000"/>
            </a:lnSpc>
            <a:spcBef>
              <a:spcPct val="0"/>
            </a:spcBef>
            <a:spcAft>
              <a:spcPct val="35000"/>
            </a:spcAft>
            <a:buNone/>
          </a:pPr>
          <a:r>
            <a:rPr lang="en-US" sz="1100" kern="1200"/>
            <a:t>In RStudio, navigate to </a:t>
          </a:r>
          <a:r>
            <a:rPr lang="en-US" sz="1100" b="1" kern="1200"/>
            <a:t>File -&gt; New File -&gt; R Markdown…</a:t>
          </a:r>
          <a:r>
            <a:rPr lang="en-US" sz="1100" kern="1200"/>
            <a:t> to create a new document.</a:t>
          </a:r>
        </a:p>
      </dsp:txBody>
      <dsp:txXfrm>
        <a:off x="4145" y="1864447"/>
        <a:ext cx="2351763" cy="896916"/>
      </dsp:txXfrm>
    </dsp:sp>
    <dsp:sp modelId="{F1BD1DE6-D24D-48FF-8CDB-2CFB08B07FCE}">
      <dsp:nvSpPr>
        <dsp:cNvPr id="0" name=""/>
        <dsp:cNvSpPr/>
      </dsp:nvSpPr>
      <dsp:spPr>
        <a:xfrm>
          <a:off x="3531791" y="502139"/>
          <a:ext cx="823117" cy="82311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3C4C189-1B48-41D2-AB51-06CDDA11AA2B}">
      <dsp:nvSpPr>
        <dsp:cNvPr id="0" name=""/>
        <dsp:cNvSpPr/>
      </dsp:nvSpPr>
      <dsp:spPr>
        <a:xfrm>
          <a:off x="2767468" y="1422402"/>
          <a:ext cx="2351763" cy="3968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90000"/>
            </a:lnSpc>
            <a:spcBef>
              <a:spcPct val="0"/>
            </a:spcBef>
            <a:spcAft>
              <a:spcPct val="35000"/>
            </a:spcAft>
            <a:buNone/>
            <a:defRPr b="1"/>
          </a:pPr>
          <a:r>
            <a:rPr lang="en-US" sz="1400" b="1" kern="1200"/>
            <a:t>Writing and Editing</a:t>
          </a:r>
          <a:r>
            <a:rPr lang="en-US" sz="1400" kern="1200"/>
            <a:t>:</a:t>
          </a:r>
        </a:p>
      </dsp:txBody>
      <dsp:txXfrm>
        <a:off x="2767468" y="1422402"/>
        <a:ext cx="2351763" cy="396860"/>
      </dsp:txXfrm>
    </dsp:sp>
    <dsp:sp modelId="{8C47F677-4D65-4656-829B-89D8438D193A}">
      <dsp:nvSpPr>
        <dsp:cNvPr id="0" name=""/>
        <dsp:cNvSpPr/>
      </dsp:nvSpPr>
      <dsp:spPr>
        <a:xfrm>
          <a:off x="2767468" y="1864447"/>
          <a:ext cx="2351763" cy="8969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90000"/>
            </a:lnSpc>
            <a:spcBef>
              <a:spcPct val="0"/>
            </a:spcBef>
            <a:spcAft>
              <a:spcPct val="35000"/>
            </a:spcAft>
            <a:buNone/>
          </a:pPr>
          <a:r>
            <a:rPr lang="en-US" sz="1100" kern="1200"/>
            <a:t>Write your text using Markdown syntax.</a:t>
          </a:r>
        </a:p>
        <a:p>
          <a:pPr marL="0" lvl="0" indent="0" algn="ctr" defTabSz="488950">
            <a:lnSpc>
              <a:spcPct val="90000"/>
            </a:lnSpc>
            <a:spcBef>
              <a:spcPct val="0"/>
            </a:spcBef>
            <a:spcAft>
              <a:spcPct val="35000"/>
            </a:spcAft>
            <a:buNone/>
          </a:pPr>
          <a:r>
            <a:rPr lang="en-US" sz="1100" kern="1200"/>
            <a:t>Insert R code chunks by navigating to </a:t>
          </a:r>
          <a:r>
            <a:rPr lang="en-US" sz="1100" b="1" kern="1200"/>
            <a:t>+C</a:t>
          </a:r>
          <a:r>
            <a:rPr lang="en-US" sz="1100" kern="1200"/>
            <a:t> and add an R chunk.</a:t>
          </a:r>
        </a:p>
        <a:p>
          <a:pPr marL="0" lvl="0" indent="0" algn="ctr" defTabSz="488950">
            <a:lnSpc>
              <a:spcPct val="90000"/>
            </a:lnSpc>
            <a:spcBef>
              <a:spcPct val="0"/>
            </a:spcBef>
            <a:spcAft>
              <a:spcPct val="35000"/>
            </a:spcAft>
            <a:buNone/>
          </a:pPr>
          <a:r>
            <a:rPr lang="en-US" sz="1100" kern="1200"/>
            <a:t>Structure your document with headers for organization.</a:t>
          </a:r>
        </a:p>
      </dsp:txBody>
      <dsp:txXfrm>
        <a:off x="2767468" y="1864447"/>
        <a:ext cx="2351763" cy="896916"/>
      </dsp:txXfrm>
    </dsp:sp>
    <dsp:sp modelId="{3C5D6344-7987-47BC-9EBE-656EBF1AAFFE}">
      <dsp:nvSpPr>
        <dsp:cNvPr id="0" name=""/>
        <dsp:cNvSpPr/>
      </dsp:nvSpPr>
      <dsp:spPr>
        <a:xfrm>
          <a:off x="6295113" y="502139"/>
          <a:ext cx="823117" cy="82311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9F152F63-3E80-4918-A9A6-F831734C11B6}">
      <dsp:nvSpPr>
        <dsp:cNvPr id="0" name=""/>
        <dsp:cNvSpPr/>
      </dsp:nvSpPr>
      <dsp:spPr>
        <a:xfrm>
          <a:off x="5530790" y="1422402"/>
          <a:ext cx="2351763" cy="3968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90000"/>
            </a:lnSpc>
            <a:spcBef>
              <a:spcPct val="0"/>
            </a:spcBef>
            <a:spcAft>
              <a:spcPct val="35000"/>
            </a:spcAft>
            <a:buNone/>
            <a:defRPr b="1"/>
          </a:pPr>
          <a:r>
            <a:rPr lang="en-US" sz="1400" b="1" kern="1200"/>
            <a:t>Knit the Document</a:t>
          </a:r>
          <a:r>
            <a:rPr lang="en-US" sz="1400" kern="1200"/>
            <a:t>:</a:t>
          </a:r>
        </a:p>
      </dsp:txBody>
      <dsp:txXfrm>
        <a:off x="5530790" y="1422402"/>
        <a:ext cx="2351763" cy="396860"/>
      </dsp:txXfrm>
    </dsp:sp>
    <dsp:sp modelId="{A77A0432-5231-4E8F-848A-F43763431F75}">
      <dsp:nvSpPr>
        <dsp:cNvPr id="0" name=""/>
        <dsp:cNvSpPr/>
      </dsp:nvSpPr>
      <dsp:spPr>
        <a:xfrm>
          <a:off x="5530790" y="1864447"/>
          <a:ext cx="2351763" cy="8969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90000"/>
            </a:lnSpc>
            <a:spcBef>
              <a:spcPct val="0"/>
            </a:spcBef>
            <a:spcAft>
              <a:spcPct val="35000"/>
            </a:spcAft>
            <a:buNone/>
          </a:pPr>
          <a:r>
            <a:rPr lang="en-US" sz="1100" kern="1200"/>
            <a:t>Click the </a:t>
          </a:r>
          <a:r>
            <a:rPr lang="en-US" sz="1100" b="1" kern="1200"/>
            <a:t>“Knit”</a:t>
          </a:r>
          <a:r>
            <a:rPr lang="en-US" sz="1100" kern="1200"/>
            <a:t> button to generate the output in your desired format (HTML, PDF, Word, PowerPoint, etc.).</a:t>
          </a:r>
        </a:p>
      </dsp:txBody>
      <dsp:txXfrm>
        <a:off x="5530790" y="1864447"/>
        <a:ext cx="2351763" cy="89691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451C7AD-C3B9-4B30-85B1-99110C8BFCF0}">
      <dsp:nvSpPr>
        <dsp:cNvPr id="0" name=""/>
        <dsp:cNvSpPr/>
      </dsp:nvSpPr>
      <dsp:spPr>
        <a:xfrm>
          <a:off x="1004" y="391595"/>
          <a:ext cx="3526110" cy="2239080"/>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DC2A4D0-0FAE-4434-8C51-687A4EDC5932}">
      <dsp:nvSpPr>
        <dsp:cNvPr id="0" name=""/>
        <dsp:cNvSpPr/>
      </dsp:nvSpPr>
      <dsp:spPr>
        <a:xfrm>
          <a:off x="392794" y="763796"/>
          <a:ext cx="3526110" cy="2239080"/>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a:t>Find proportion of months with 31 days that are above 70 degrees.</a:t>
          </a:r>
        </a:p>
      </dsp:txBody>
      <dsp:txXfrm>
        <a:off x="458374" y="829376"/>
        <a:ext cx="3394950" cy="2107920"/>
      </dsp:txXfrm>
    </dsp:sp>
    <dsp:sp modelId="{524053C5-B617-4672-BB4C-E5982CCB6E1E}">
      <dsp:nvSpPr>
        <dsp:cNvPr id="0" name=""/>
        <dsp:cNvSpPr/>
      </dsp:nvSpPr>
      <dsp:spPr>
        <a:xfrm>
          <a:off x="4310695" y="391595"/>
          <a:ext cx="3526110" cy="2239080"/>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03DFF8E-C6FD-4285-BC55-AA4210FC0D02}">
      <dsp:nvSpPr>
        <dsp:cNvPr id="0" name=""/>
        <dsp:cNvSpPr/>
      </dsp:nvSpPr>
      <dsp:spPr>
        <a:xfrm>
          <a:off x="4702485" y="763796"/>
          <a:ext cx="3526110" cy="2239080"/>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a:t>Find proportion of months that have less than 31 days or are above 70 degrees.</a:t>
          </a:r>
        </a:p>
      </dsp:txBody>
      <dsp:txXfrm>
        <a:off x="4768065" y="829376"/>
        <a:ext cx="3394950" cy="210792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E94D9-9481-484F-A9AD-D33EDAC076DA}">
      <dsp:nvSpPr>
        <dsp:cNvPr id="0" name=""/>
        <dsp:cNvSpPr/>
      </dsp:nvSpPr>
      <dsp:spPr>
        <a:xfrm>
          <a:off x="4145" y="152638"/>
          <a:ext cx="823117" cy="82311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2B7E1960-214C-48C6-879B-40C4AE9E7CD1}">
      <dsp:nvSpPr>
        <dsp:cNvPr id="0" name=""/>
        <dsp:cNvSpPr/>
      </dsp:nvSpPr>
      <dsp:spPr>
        <a:xfrm>
          <a:off x="4145" y="1089979"/>
          <a:ext cx="2351763" cy="3527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111250">
            <a:lnSpc>
              <a:spcPct val="90000"/>
            </a:lnSpc>
            <a:spcBef>
              <a:spcPct val="0"/>
            </a:spcBef>
            <a:spcAft>
              <a:spcPct val="35000"/>
            </a:spcAft>
            <a:buNone/>
            <a:defRPr b="1"/>
          </a:pPr>
          <a:r>
            <a:rPr lang="en-US" sz="2500" b="1" kern="1200"/>
            <a:t>ggplot2</a:t>
          </a:r>
          <a:r>
            <a:rPr lang="en-US" sz="2500" kern="1200"/>
            <a:t>:</a:t>
          </a:r>
        </a:p>
      </dsp:txBody>
      <dsp:txXfrm>
        <a:off x="4145" y="1089979"/>
        <a:ext cx="2351763" cy="352764"/>
      </dsp:txXfrm>
    </dsp:sp>
    <dsp:sp modelId="{F73780BA-5AA7-4720-ACB4-AB8733C10ED9}">
      <dsp:nvSpPr>
        <dsp:cNvPr id="0" name=""/>
        <dsp:cNvSpPr/>
      </dsp:nvSpPr>
      <dsp:spPr>
        <a:xfrm>
          <a:off x="4145" y="1495871"/>
          <a:ext cx="2351763" cy="13131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90000"/>
            </a:lnSpc>
            <a:spcBef>
              <a:spcPct val="0"/>
            </a:spcBef>
            <a:spcAft>
              <a:spcPct val="35000"/>
            </a:spcAft>
            <a:buNone/>
          </a:pPr>
          <a:r>
            <a:rPr lang="en-US" sz="1700" kern="1200"/>
            <a:t>Purpose: Data visualization</a:t>
          </a:r>
        </a:p>
        <a:p>
          <a:pPr marL="0" lvl="0" indent="0" algn="l" defTabSz="755650">
            <a:lnSpc>
              <a:spcPct val="90000"/>
            </a:lnSpc>
            <a:spcBef>
              <a:spcPct val="0"/>
            </a:spcBef>
            <a:spcAft>
              <a:spcPct val="35000"/>
            </a:spcAft>
            <a:buNone/>
          </a:pPr>
          <a:r>
            <a:rPr lang="en-US" sz="1700" kern="1200"/>
            <a:t>Features: Provides a coherent system for creating graphs</a:t>
          </a:r>
        </a:p>
      </dsp:txBody>
      <dsp:txXfrm>
        <a:off x="4145" y="1495871"/>
        <a:ext cx="2351763" cy="1313146"/>
      </dsp:txXfrm>
    </dsp:sp>
    <dsp:sp modelId="{B30373C8-74D2-4612-A899-7179BFD09864}">
      <dsp:nvSpPr>
        <dsp:cNvPr id="0" name=""/>
        <dsp:cNvSpPr/>
      </dsp:nvSpPr>
      <dsp:spPr>
        <a:xfrm>
          <a:off x="2767468" y="152638"/>
          <a:ext cx="823117" cy="82311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CFB7BDB-558F-4178-8E90-9052EDB48EBD}">
      <dsp:nvSpPr>
        <dsp:cNvPr id="0" name=""/>
        <dsp:cNvSpPr/>
      </dsp:nvSpPr>
      <dsp:spPr>
        <a:xfrm>
          <a:off x="2767468" y="1089979"/>
          <a:ext cx="2351763" cy="3527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111250">
            <a:lnSpc>
              <a:spcPct val="90000"/>
            </a:lnSpc>
            <a:spcBef>
              <a:spcPct val="0"/>
            </a:spcBef>
            <a:spcAft>
              <a:spcPct val="35000"/>
            </a:spcAft>
            <a:buNone/>
            <a:defRPr b="1"/>
          </a:pPr>
          <a:r>
            <a:rPr lang="en-US" sz="2500" b="1" kern="1200"/>
            <a:t>dplyr</a:t>
          </a:r>
          <a:r>
            <a:rPr lang="en-US" sz="2500" kern="1200"/>
            <a:t>:</a:t>
          </a:r>
        </a:p>
      </dsp:txBody>
      <dsp:txXfrm>
        <a:off x="2767468" y="1089979"/>
        <a:ext cx="2351763" cy="352764"/>
      </dsp:txXfrm>
    </dsp:sp>
    <dsp:sp modelId="{6D5D02EC-BECA-44C6-BEBF-2400BDE49281}">
      <dsp:nvSpPr>
        <dsp:cNvPr id="0" name=""/>
        <dsp:cNvSpPr/>
      </dsp:nvSpPr>
      <dsp:spPr>
        <a:xfrm>
          <a:off x="2767468" y="1495871"/>
          <a:ext cx="2351763" cy="13131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90000"/>
            </a:lnSpc>
            <a:spcBef>
              <a:spcPct val="0"/>
            </a:spcBef>
            <a:spcAft>
              <a:spcPct val="35000"/>
            </a:spcAft>
            <a:buNone/>
          </a:pPr>
          <a:r>
            <a:rPr lang="en-US" sz="1700" kern="1200"/>
            <a:t>Purpose: Data manipulation</a:t>
          </a:r>
        </a:p>
        <a:p>
          <a:pPr marL="0" lvl="0" indent="0" algn="l" defTabSz="755650">
            <a:lnSpc>
              <a:spcPct val="90000"/>
            </a:lnSpc>
            <a:spcBef>
              <a:spcPct val="0"/>
            </a:spcBef>
            <a:spcAft>
              <a:spcPct val="35000"/>
            </a:spcAft>
            <a:buNone/>
          </a:pPr>
          <a:r>
            <a:rPr lang="en-US" sz="1700" kern="1200"/>
            <a:t>Functions: select, filter, etc. to manipulate tibbles.</a:t>
          </a:r>
        </a:p>
      </dsp:txBody>
      <dsp:txXfrm>
        <a:off x="2767468" y="1495871"/>
        <a:ext cx="2351763" cy="1313146"/>
      </dsp:txXfrm>
    </dsp:sp>
    <dsp:sp modelId="{C249A550-13BC-4733-ABE3-CD1CC3370332}">
      <dsp:nvSpPr>
        <dsp:cNvPr id="0" name=""/>
        <dsp:cNvSpPr/>
      </dsp:nvSpPr>
      <dsp:spPr>
        <a:xfrm>
          <a:off x="5530790" y="152638"/>
          <a:ext cx="823117" cy="82311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908E9317-9025-47D8-A007-7AF8ACD4E927}">
      <dsp:nvSpPr>
        <dsp:cNvPr id="0" name=""/>
        <dsp:cNvSpPr/>
      </dsp:nvSpPr>
      <dsp:spPr>
        <a:xfrm>
          <a:off x="5530790" y="1089979"/>
          <a:ext cx="2351763" cy="3527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111250">
            <a:lnSpc>
              <a:spcPct val="90000"/>
            </a:lnSpc>
            <a:spcBef>
              <a:spcPct val="0"/>
            </a:spcBef>
            <a:spcAft>
              <a:spcPct val="35000"/>
            </a:spcAft>
            <a:buNone/>
            <a:defRPr b="1"/>
          </a:pPr>
          <a:r>
            <a:rPr lang="en-US" sz="2500" b="1" kern="1200"/>
            <a:t>tidyr</a:t>
          </a:r>
          <a:r>
            <a:rPr lang="en-US" sz="2500" kern="1200"/>
            <a:t>:</a:t>
          </a:r>
        </a:p>
      </dsp:txBody>
      <dsp:txXfrm>
        <a:off x="5530790" y="1089979"/>
        <a:ext cx="2351763" cy="352764"/>
      </dsp:txXfrm>
    </dsp:sp>
    <dsp:sp modelId="{07CD728B-A063-460B-AF1D-A6CBE282E61E}">
      <dsp:nvSpPr>
        <dsp:cNvPr id="0" name=""/>
        <dsp:cNvSpPr/>
      </dsp:nvSpPr>
      <dsp:spPr>
        <a:xfrm>
          <a:off x="5530790" y="1495871"/>
          <a:ext cx="2351763" cy="13131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90000"/>
            </a:lnSpc>
            <a:spcBef>
              <a:spcPct val="0"/>
            </a:spcBef>
            <a:spcAft>
              <a:spcPct val="35000"/>
            </a:spcAft>
            <a:buNone/>
          </a:pPr>
          <a:r>
            <a:rPr lang="en-US" sz="1700" kern="1200"/>
            <a:t>Purpose: Data tidying</a:t>
          </a:r>
        </a:p>
        <a:p>
          <a:pPr marL="0" lvl="0" indent="0" algn="l" defTabSz="755650">
            <a:lnSpc>
              <a:spcPct val="90000"/>
            </a:lnSpc>
            <a:spcBef>
              <a:spcPct val="0"/>
            </a:spcBef>
            <a:spcAft>
              <a:spcPct val="35000"/>
            </a:spcAft>
            <a:buNone/>
          </a:pPr>
          <a:r>
            <a:rPr lang="en-US" sz="1700" kern="1200"/>
            <a:t>Functions: pivot_longer, pivot_wider, etc. help reshape data into a tidy format.</a:t>
          </a:r>
        </a:p>
      </dsp:txBody>
      <dsp:txXfrm>
        <a:off x="5530790" y="1495871"/>
        <a:ext cx="2351763" cy="131314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088C8D5-72ED-40D0-BFFF-1DCA363F9200}">
      <dsp:nvSpPr>
        <dsp:cNvPr id="0" name=""/>
        <dsp:cNvSpPr/>
      </dsp:nvSpPr>
      <dsp:spPr>
        <a:xfrm>
          <a:off x="530099" y="130828"/>
          <a:ext cx="1406812" cy="1406812"/>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948AA3A-6378-4C61-86AE-E88F4D23991C}">
      <dsp:nvSpPr>
        <dsp:cNvPr id="0" name=""/>
        <dsp:cNvSpPr/>
      </dsp:nvSpPr>
      <dsp:spPr>
        <a:xfrm>
          <a:off x="829912" y="430641"/>
          <a:ext cx="807187" cy="8071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CC463ABE-9F0C-43CA-A524-A7B2841CBE12}">
      <dsp:nvSpPr>
        <dsp:cNvPr id="0" name=""/>
        <dsp:cNvSpPr/>
      </dsp:nvSpPr>
      <dsp:spPr>
        <a:xfrm>
          <a:off x="80381" y="1975828"/>
          <a:ext cx="2306250" cy="855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kern="1200"/>
            <a:t>Load data using Kaggle API Token</a:t>
          </a:r>
        </a:p>
      </dsp:txBody>
      <dsp:txXfrm>
        <a:off x="80381" y="1975828"/>
        <a:ext cx="2306250" cy="855000"/>
      </dsp:txXfrm>
    </dsp:sp>
    <dsp:sp modelId="{9E87005A-B011-4D48-AF61-54C08A15AEB6}">
      <dsp:nvSpPr>
        <dsp:cNvPr id="0" name=""/>
        <dsp:cNvSpPr/>
      </dsp:nvSpPr>
      <dsp:spPr>
        <a:xfrm>
          <a:off x="3239943" y="130828"/>
          <a:ext cx="1406812" cy="1406812"/>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26E86C3-452B-4438-B1E0-D182283BD25E}">
      <dsp:nvSpPr>
        <dsp:cNvPr id="0" name=""/>
        <dsp:cNvSpPr/>
      </dsp:nvSpPr>
      <dsp:spPr>
        <a:xfrm>
          <a:off x="3539756" y="430641"/>
          <a:ext cx="807187" cy="8071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F1F9C684-3886-43D2-B8B0-01C2774E7656}">
      <dsp:nvSpPr>
        <dsp:cNvPr id="0" name=""/>
        <dsp:cNvSpPr/>
      </dsp:nvSpPr>
      <dsp:spPr>
        <a:xfrm>
          <a:off x="2790224" y="1975828"/>
          <a:ext cx="2306250" cy="855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kern="1200"/>
            <a:t>Download data to computer and load data set</a:t>
          </a:r>
        </a:p>
      </dsp:txBody>
      <dsp:txXfrm>
        <a:off x="2790224" y="1975828"/>
        <a:ext cx="2306250" cy="855000"/>
      </dsp:txXfrm>
    </dsp:sp>
    <dsp:sp modelId="{FEBE5D4F-2386-4858-9222-166E3FF74647}">
      <dsp:nvSpPr>
        <dsp:cNvPr id="0" name=""/>
        <dsp:cNvSpPr/>
      </dsp:nvSpPr>
      <dsp:spPr>
        <a:xfrm>
          <a:off x="5949787" y="130828"/>
          <a:ext cx="1406812" cy="1406812"/>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D9FE681-FAAD-47AB-913E-3BA3671F44CE}">
      <dsp:nvSpPr>
        <dsp:cNvPr id="0" name=""/>
        <dsp:cNvSpPr/>
      </dsp:nvSpPr>
      <dsp:spPr>
        <a:xfrm>
          <a:off x="6249600" y="430641"/>
          <a:ext cx="807187" cy="8071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D6622C73-5716-48A4-ADE7-27EA2E976F9E}">
      <dsp:nvSpPr>
        <dsp:cNvPr id="0" name=""/>
        <dsp:cNvSpPr/>
      </dsp:nvSpPr>
      <dsp:spPr>
        <a:xfrm>
          <a:off x="5500068" y="1975828"/>
          <a:ext cx="2306250" cy="855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defRPr cap="all"/>
          </a:pPr>
          <a:r>
            <a:rPr lang="en-US" sz="1100" kern="1200"/>
            <a:t>setwd("C:/working_directory/") </a:t>
          </a:r>
          <a:r>
            <a:rPr lang="en-US" sz="1100" i="1" kern="1200"/>
            <a:t>#set to location of file</a:t>
          </a:r>
          <a:br>
            <a:rPr lang="en-US" sz="1100" kern="1200"/>
          </a:br>
          <a:br>
            <a:rPr lang="en-US" sz="1100" kern="1200"/>
          </a:br>
          <a:r>
            <a:rPr lang="en-US" sz="1100" kern="1200"/>
            <a:t>tibble_df &lt;- read_csv(“file_name.csv") </a:t>
          </a:r>
        </a:p>
      </dsp:txBody>
      <dsp:txXfrm>
        <a:off x="5500068" y="1975828"/>
        <a:ext cx="2306250" cy="85500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5BB1AD3-0F26-4E2E-B2C8-FF2D3856B20F}">
      <dsp:nvSpPr>
        <dsp:cNvPr id="0" name=""/>
        <dsp:cNvSpPr/>
      </dsp:nvSpPr>
      <dsp:spPr>
        <a:xfrm>
          <a:off x="1297" y="897712"/>
          <a:ext cx="609820" cy="6098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5955E30-9893-4A97-93CB-CC89431A9AD3}">
      <dsp:nvSpPr>
        <dsp:cNvPr id="0" name=""/>
        <dsp:cNvSpPr/>
      </dsp:nvSpPr>
      <dsp:spPr>
        <a:xfrm>
          <a:off x="1297" y="1570698"/>
          <a:ext cx="1742343" cy="26135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11200">
            <a:lnSpc>
              <a:spcPct val="100000"/>
            </a:lnSpc>
            <a:spcBef>
              <a:spcPct val="0"/>
            </a:spcBef>
            <a:spcAft>
              <a:spcPct val="35000"/>
            </a:spcAft>
            <a:buNone/>
            <a:defRPr b="1"/>
          </a:pPr>
          <a:r>
            <a:rPr lang="en-US" sz="1600" b="1" kern="1200"/>
            <a:t>mutate()</a:t>
          </a:r>
          <a:endParaRPr lang="en-US" sz="1600" kern="1200"/>
        </a:p>
      </dsp:txBody>
      <dsp:txXfrm>
        <a:off x="1297" y="1570698"/>
        <a:ext cx="1742343" cy="261351"/>
      </dsp:txXfrm>
    </dsp:sp>
    <dsp:sp modelId="{C460B1A2-8FF1-4E70-A6AE-3A340EAFBA7A}">
      <dsp:nvSpPr>
        <dsp:cNvPr id="0" name=""/>
        <dsp:cNvSpPr/>
      </dsp:nvSpPr>
      <dsp:spPr>
        <a:xfrm>
          <a:off x="1297" y="1861430"/>
          <a:ext cx="1742343" cy="505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533400">
            <a:lnSpc>
              <a:spcPct val="100000"/>
            </a:lnSpc>
            <a:spcBef>
              <a:spcPct val="0"/>
            </a:spcBef>
            <a:spcAft>
              <a:spcPct val="35000"/>
            </a:spcAft>
            <a:buNone/>
          </a:pPr>
          <a:r>
            <a:rPr lang="en-US" sz="1200" kern="1200"/>
            <a:t>Adds or modifies columns in a data frame.</a:t>
          </a:r>
        </a:p>
      </dsp:txBody>
      <dsp:txXfrm>
        <a:off x="1297" y="1861430"/>
        <a:ext cx="1742343" cy="505265"/>
      </dsp:txXfrm>
    </dsp:sp>
    <dsp:sp modelId="{2F0E000A-D968-4DCB-9231-BE1DF0EEEAC4}">
      <dsp:nvSpPr>
        <dsp:cNvPr id="0" name=""/>
        <dsp:cNvSpPr/>
      </dsp:nvSpPr>
      <dsp:spPr>
        <a:xfrm>
          <a:off x="2048551" y="897712"/>
          <a:ext cx="609820" cy="6098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1E18E8-DDB6-4063-9634-B0568AC71611}">
      <dsp:nvSpPr>
        <dsp:cNvPr id="0" name=""/>
        <dsp:cNvSpPr/>
      </dsp:nvSpPr>
      <dsp:spPr>
        <a:xfrm>
          <a:off x="2048551" y="1570698"/>
          <a:ext cx="1742343" cy="26135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11200">
            <a:lnSpc>
              <a:spcPct val="100000"/>
            </a:lnSpc>
            <a:spcBef>
              <a:spcPct val="0"/>
            </a:spcBef>
            <a:spcAft>
              <a:spcPct val="35000"/>
            </a:spcAft>
            <a:buNone/>
            <a:defRPr b="1"/>
          </a:pPr>
          <a:r>
            <a:rPr lang="en-US" sz="1600" b="1" kern="1200"/>
            <a:t>filter()</a:t>
          </a:r>
          <a:endParaRPr lang="en-US" sz="1600" kern="1200"/>
        </a:p>
      </dsp:txBody>
      <dsp:txXfrm>
        <a:off x="2048551" y="1570698"/>
        <a:ext cx="1742343" cy="261351"/>
      </dsp:txXfrm>
    </dsp:sp>
    <dsp:sp modelId="{FBDFD0A1-1B43-4FD7-A66A-A8F6C5353EF5}">
      <dsp:nvSpPr>
        <dsp:cNvPr id="0" name=""/>
        <dsp:cNvSpPr/>
      </dsp:nvSpPr>
      <dsp:spPr>
        <a:xfrm>
          <a:off x="2048551" y="1861430"/>
          <a:ext cx="1742343" cy="505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533400">
            <a:lnSpc>
              <a:spcPct val="100000"/>
            </a:lnSpc>
            <a:spcBef>
              <a:spcPct val="0"/>
            </a:spcBef>
            <a:spcAft>
              <a:spcPct val="35000"/>
            </a:spcAft>
            <a:buNone/>
          </a:pPr>
          <a:r>
            <a:rPr lang="en-US" sz="1200" kern="1200"/>
            <a:t>Subsets rows based on specified conditions.</a:t>
          </a:r>
        </a:p>
      </dsp:txBody>
      <dsp:txXfrm>
        <a:off x="2048551" y="1861430"/>
        <a:ext cx="1742343" cy="505265"/>
      </dsp:txXfrm>
    </dsp:sp>
    <dsp:sp modelId="{F236B575-74F4-40D9-A620-DE9B38D58587}">
      <dsp:nvSpPr>
        <dsp:cNvPr id="0" name=""/>
        <dsp:cNvSpPr/>
      </dsp:nvSpPr>
      <dsp:spPr>
        <a:xfrm>
          <a:off x="4095805" y="897712"/>
          <a:ext cx="609820" cy="6098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499CBF00-B9D7-432A-A1D1-83BF83D527A5}">
      <dsp:nvSpPr>
        <dsp:cNvPr id="0" name=""/>
        <dsp:cNvSpPr/>
      </dsp:nvSpPr>
      <dsp:spPr>
        <a:xfrm>
          <a:off x="4095805" y="1570698"/>
          <a:ext cx="1742343" cy="26135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11200">
            <a:lnSpc>
              <a:spcPct val="100000"/>
            </a:lnSpc>
            <a:spcBef>
              <a:spcPct val="0"/>
            </a:spcBef>
            <a:spcAft>
              <a:spcPct val="35000"/>
            </a:spcAft>
            <a:buNone/>
            <a:defRPr b="1"/>
          </a:pPr>
          <a:r>
            <a:rPr lang="en-US" sz="1600" b="1" kern="1200"/>
            <a:t>select()</a:t>
          </a:r>
          <a:endParaRPr lang="en-US" sz="1600" kern="1200"/>
        </a:p>
      </dsp:txBody>
      <dsp:txXfrm>
        <a:off x="4095805" y="1570698"/>
        <a:ext cx="1742343" cy="261351"/>
      </dsp:txXfrm>
    </dsp:sp>
    <dsp:sp modelId="{74DB2555-5C2A-4CF3-87E8-1B1B026E1C3F}">
      <dsp:nvSpPr>
        <dsp:cNvPr id="0" name=""/>
        <dsp:cNvSpPr/>
      </dsp:nvSpPr>
      <dsp:spPr>
        <a:xfrm>
          <a:off x="4095805" y="1861430"/>
          <a:ext cx="1742343" cy="505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533400">
            <a:lnSpc>
              <a:spcPct val="100000"/>
            </a:lnSpc>
            <a:spcBef>
              <a:spcPct val="0"/>
            </a:spcBef>
            <a:spcAft>
              <a:spcPct val="35000"/>
            </a:spcAft>
            <a:buNone/>
          </a:pPr>
          <a:r>
            <a:rPr lang="en-US" sz="1200" kern="1200"/>
            <a:t>Chooses specific columns from a data frame.</a:t>
          </a:r>
        </a:p>
      </dsp:txBody>
      <dsp:txXfrm>
        <a:off x="4095805" y="1861430"/>
        <a:ext cx="1742343" cy="505265"/>
      </dsp:txXfrm>
    </dsp:sp>
    <dsp:sp modelId="{E9FB584D-5644-4115-B380-5E3173F4D20B}">
      <dsp:nvSpPr>
        <dsp:cNvPr id="0" name=""/>
        <dsp:cNvSpPr/>
      </dsp:nvSpPr>
      <dsp:spPr>
        <a:xfrm>
          <a:off x="6143058" y="897712"/>
          <a:ext cx="609820" cy="60982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7173E73-499A-413A-A451-9667A1263EBE}">
      <dsp:nvSpPr>
        <dsp:cNvPr id="0" name=""/>
        <dsp:cNvSpPr/>
      </dsp:nvSpPr>
      <dsp:spPr>
        <a:xfrm>
          <a:off x="6143058" y="1570698"/>
          <a:ext cx="1742343" cy="26135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11200">
            <a:lnSpc>
              <a:spcPct val="100000"/>
            </a:lnSpc>
            <a:spcBef>
              <a:spcPct val="0"/>
            </a:spcBef>
            <a:spcAft>
              <a:spcPct val="35000"/>
            </a:spcAft>
            <a:buNone/>
            <a:defRPr b="1"/>
          </a:pPr>
          <a:r>
            <a:rPr lang="en-US" sz="1600" b="1" kern="1200"/>
            <a:t>summarize()</a:t>
          </a:r>
          <a:endParaRPr lang="en-US" sz="1600" kern="1200"/>
        </a:p>
      </dsp:txBody>
      <dsp:txXfrm>
        <a:off x="6143058" y="1570698"/>
        <a:ext cx="1742343" cy="261351"/>
      </dsp:txXfrm>
    </dsp:sp>
    <dsp:sp modelId="{B6CDBF91-897E-4408-8ED9-231D1AB8C1B8}">
      <dsp:nvSpPr>
        <dsp:cNvPr id="0" name=""/>
        <dsp:cNvSpPr/>
      </dsp:nvSpPr>
      <dsp:spPr>
        <a:xfrm>
          <a:off x="6143058" y="1861430"/>
          <a:ext cx="1742343" cy="5052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533400">
            <a:lnSpc>
              <a:spcPct val="100000"/>
            </a:lnSpc>
            <a:spcBef>
              <a:spcPct val="0"/>
            </a:spcBef>
            <a:spcAft>
              <a:spcPct val="35000"/>
            </a:spcAft>
            <a:buNone/>
          </a:pPr>
          <a:r>
            <a:rPr lang="en-US" sz="1200" kern="1200"/>
            <a:t>Generates summary statistics for variables.</a:t>
          </a:r>
        </a:p>
      </dsp:txBody>
      <dsp:txXfrm>
        <a:off x="6143058" y="1861430"/>
        <a:ext cx="1742343" cy="505265"/>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1BE2CD-C017-444E-8283-3A71E116B9BC}">
      <dsp:nvSpPr>
        <dsp:cNvPr id="0" name=""/>
        <dsp:cNvSpPr/>
      </dsp:nvSpPr>
      <dsp:spPr>
        <a:xfrm>
          <a:off x="768469" y="109717"/>
          <a:ext cx="823117" cy="76777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169E544-7E47-4109-A0F9-857AAD79B1AE}">
      <dsp:nvSpPr>
        <dsp:cNvPr id="0" name=""/>
        <dsp:cNvSpPr/>
      </dsp:nvSpPr>
      <dsp:spPr>
        <a:xfrm>
          <a:off x="4145" y="1008383"/>
          <a:ext cx="2351763" cy="3290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933450">
            <a:lnSpc>
              <a:spcPct val="100000"/>
            </a:lnSpc>
            <a:spcBef>
              <a:spcPct val="0"/>
            </a:spcBef>
            <a:spcAft>
              <a:spcPct val="35000"/>
            </a:spcAft>
            <a:buNone/>
            <a:defRPr b="1"/>
          </a:pPr>
          <a:r>
            <a:rPr lang="en-US" sz="2100" b="1" kern="1200"/>
            <a:t>arrange()</a:t>
          </a:r>
          <a:endParaRPr lang="en-US" sz="2100" kern="1200"/>
        </a:p>
      </dsp:txBody>
      <dsp:txXfrm>
        <a:off x="4145" y="1008383"/>
        <a:ext cx="2351763" cy="329045"/>
      </dsp:txXfrm>
    </dsp:sp>
    <dsp:sp modelId="{A95ECA80-F282-4779-843B-1A16BE900D21}">
      <dsp:nvSpPr>
        <dsp:cNvPr id="0" name=""/>
        <dsp:cNvSpPr/>
      </dsp:nvSpPr>
      <dsp:spPr>
        <a:xfrm>
          <a:off x="4145" y="1398310"/>
          <a:ext cx="2351763" cy="17554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en-US" sz="1600" kern="1200"/>
            <a:t>Sorts data by one or more columns.</a:t>
          </a:r>
        </a:p>
      </dsp:txBody>
      <dsp:txXfrm>
        <a:off x="4145" y="1398310"/>
        <a:ext cx="2351763" cy="1755476"/>
      </dsp:txXfrm>
    </dsp:sp>
    <dsp:sp modelId="{0037A0C9-A680-48D2-9C07-FB86C9C91E12}">
      <dsp:nvSpPr>
        <dsp:cNvPr id="0" name=""/>
        <dsp:cNvSpPr/>
      </dsp:nvSpPr>
      <dsp:spPr>
        <a:xfrm>
          <a:off x="3531791" y="109717"/>
          <a:ext cx="823117" cy="76777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AD37FE1C-BAC4-4D8B-A36C-95726222BB29}">
      <dsp:nvSpPr>
        <dsp:cNvPr id="0" name=""/>
        <dsp:cNvSpPr/>
      </dsp:nvSpPr>
      <dsp:spPr>
        <a:xfrm>
          <a:off x="2767468" y="1008383"/>
          <a:ext cx="2351763" cy="3290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933450">
            <a:lnSpc>
              <a:spcPct val="100000"/>
            </a:lnSpc>
            <a:spcBef>
              <a:spcPct val="0"/>
            </a:spcBef>
            <a:spcAft>
              <a:spcPct val="35000"/>
            </a:spcAft>
            <a:buNone/>
            <a:defRPr b="1"/>
          </a:pPr>
          <a:r>
            <a:rPr lang="en-US" sz="2100" b="1" kern="1200"/>
            <a:t>group_by()</a:t>
          </a:r>
          <a:endParaRPr lang="en-US" sz="2100" kern="1200"/>
        </a:p>
      </dsp:txBody>
      <dsp:txXfrm>
        <a:off x="2767468" y="1008383"/>
        <a:ext cx="2351763" cy="329045"/>
      </dsp:txXfrm>
    </dsp:sp>
    <dsp:sp modelId="{C15F3686-60DB-4A95-8E4F-BCFD36E96E89}">
      <dsp:nvSpPr>
        <dsp:cNvPr id="0" name=""/>
        <dsp:cNvSpPr/>
      </dsp:nvSpPr>
      <dsp:spPr>
        <a:xfrm>
          <a:off x="2767468" y="1398310"/>
          <a:ext cx="2351763" cy="17554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en-US" sz="1600" kern="1200"/>
            <a:t>Groups data for analysis, facilitating operations like summarization.</a:t>
          </a:r>
        </a:p>
      </dsp:txBody>
      <dsp:txXfrm>
        <a:off x="2767468" y="1398310"/>
        <a:ext cx="2351763" cy="1755476"/>
      </dsp:txXfrm>
    </dsp:sp>
    <dsp:sp modelId="{6BD36F31-AD37-4990-9B69-ADD83A151B2A}">
      <dsp:nvSpPr>
        <dsp:cNvPr id="0" name=""/>
        <dsp:cNvSpPr/>
      </dsp:nvSpPr>
      <dsp:spPr>
        <a:xfrm>
          <a:off x="6295113" y="109717"/>
          <a:ext cx="823117" cy="76777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8F34D53-7C98-428E-BAAC-8691439EC1FE}">
      <dsp:nvSpPr>
        <dsp:cNvPr id="0" name=""/>
        <dsp:cNvSpPr/>
      </dsp:nvSpPr>
      <dsp:spPr>
        <a:xfrm>
          <a:off x="5530790" y="1008383"/>
          <a:ext cx="2351763" cy="3290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933450">
            <a:lnSpc>
              <a:spcPct val="100000"/>
            </a:lnSpc>
            <a:spcBef>
              <a:spcPct val="0"/>
            </a:spcBef>
            <a:spcAft>
              <a:spcPct val="35000"/>
            </a:spcAft>
            <a:buNone/>
            <a:defRPr b="1"/>
          </a:pPr>
          <a:r>
            <a:rPr lang="en-US" sz="2100" b="1" kern="1200"/>
            <a:t>piping (%&gt;%)</a:t>
          </a:r>
          <a:endParaRPr lang="en-US" sz="2100" kern="1200"/>
        </a:p>
      </dsp:txBody>
      <dsp:txXfrm>
        <a:off x="5530790" y="1008383"/>
        <a:ext cx="2351763" cy="329045"/>
      </dsp:txXfrm>
    </dsp:sp>
    <dsp:sp modelId="{A92F2973-038F-4358-8866-BF943966821C}">
      <dsp:nvSpPr>
        <dsp:cNvPr id="0" name=""/>
        <dsp:cNvSpPr/>
      </dsp:nvSpPr>
      <dsp:spPr>
        <a:xfrm>
          <a:off x="5530790" y="1398310"/>
          <a:ext cx="2351763" cy="175547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en-US" sz="1600" kern="1200"/>
            <a:t>Allows for chaining multiple dplyr functions together. Passes the output of one function directly to the next, enhancing readability and efficiency in data manipulation.</a:t>
          </a:r>
        </a:p>
      </dsp:txBody>
      <dsp:txXfrm>
        <a:off x="5530790" y="1398310"/>
        <a:ext cx="2351763" cy="1755476"/>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5/layout/CenteredIconLabelDescriptionList">
  <dgm:title val="Centered 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ctrX" for="ch" forName="iconRect" refType="w" fact="0.5"/>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6.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7.xml><?xml version="1.0" encoding="utf-8"?>
<dgm:layoutDef xmlns:dgm="http://schemas.openxmlformats.org/drawingml/2006/diagram" xmlns:a="http://schemas.openxmlformats.org/drawingml/2006/main" uniqueId="urn:microsoft.com/office/officeart/2018/5/layout/CenteredIconLabelDescriptionList">
  <dgm:title val="Centered 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ctrX" for="ch" forName="iconRect" refType="w" fact="0.5"/>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2EBC97F-CFDD-4CE6-9F1B-A65AA566BBCB}" type="datetimeFigureOut">
              <a:rPr lang="en-US" smtClean="0"/>
              <a:t>5/16/2026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4EE156-FC0E-4EE8-ABC1-FBEF1CAA73E0}" type="slidenum">
              <a:rPr lang="en-US" smtClean="0"/>
              <a:t>‹#›</a:t>
            </a:fld>
            <a:endParaRPr lang="en-US"/>
          </a:p>
        </p:txBody>
      </p:sp>
    </p:spTree>
    <p:extLst>
      <p:ext uri="{BB962C8B-B14F-4D97-AF65-F5344CB8AC3E}">
        <p14:creationId xmlns:p14="http://schemas.microsoft.com/office/powerpoint/2010/main" val="2931996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What Git and GitHub Are and Why They Matter for College Students</a:t>
            </a:r>
          </a:p>
        </p:txBody>
      </p:sp>
      <p:sp>
        <p:nvSpPr>
          <p:cNvPr id="4" name="Slide Number Placeholder 3"/>
          <p:cNvSpPr>
            <a:spLocks noGrp="1"/>
          </p:cNvSpPr>
          <p:nvPr>
            <p:ph type="sldNum" sz="quarter" idx="5"/>
          </p:nvPr>
        </p:nvSpPr>
        <p:spPr/>
        <p:txBody>
          <a:bodyPr/>
          <a:lstStyle/>
          <a:p>
            <a:fld id="{59E5643D-FA1B-4519-9AB0-F4C61A3A5514}" type="slidenum">
              <a:t>2</a:t>
            </a:fld>
            <a:endParaRPr lang="en-US"/>
          </a:p>
        </p:txBody>
      </p:sp>
    </p:spTree>
    <p:extLst>
      <p:ext uri="{BB962C8B-B14F-4D97-AF65-F5344CB8AC3E}">
        <p14:creationId xmlns:p14="http://schemas.microsoft.com/office/powerpoint/2010/main" val="22742175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Git is a version control system that runs on your computer and helps you track changes to files over time. Instead of saving multiple copies of a file like "final", "final_v2", or "final_really_final", Git creates a structured history of your work. Each saved point in that history is called a commit, which allows you to return to earlier versions, compare changes, or recover from mistakes. This is especially useful for college students who work on programming assignments, data analysis projects, lab reports, or collaborative group work.
GitHub is a cloud-based platform that works with Git. While Git lives locally on your computer, GitHub stores copies of your repositories online. This provides automatic backup, makes it easy to access your work from different computers, and allows you to share projects with instructors or classmates. In many courses and professional environments, submitting assignments or collaborating through GitHub is a standard practice.
For students, learning Git and GitHub builds important technical literacy skills. These tools are widely used in computer science, data science, statistics, engineering, and increasingly in non-technical fields such as social science research and digital humanities. Understanding the basics now helps students feel more confident working on longer projects, reduces the risk of losing work, and prepares them for internships or careers where version control is expected.
In this presentation, Git and GitHub are taught using a graphical user interface (GUI), specifically GitHub Desktop. This approach removes the intimidation of command-line tools while still teaching the core concepts of version control. Students can focus on understanding how Git works conceptually—tracking changes, saving progress, and syncing work online—before later learning more advanced command-line techniques if needed.</a:t>
            </a:r>
          </a:p>
        </p:txBody>
      </p:sp>
      <p:sp>
        <p:nvSpPr>
          <p:cNvPr id="4" name="Slide Number Placeholder 3"/>
          <p:cNvSpPr>
            <a:spLocks noGrp="1"/>
          </p:cNvSpPr>
          <p:nvPr>
            <p:ph type="sldNum" sz="quarter" idx="5"/>
          </p:nvPr>
        </p:nvSpPr>
        <p:spPr/>
        <p:txBody>
          <a:bodyPr/>
          <a:lstStyle/>
          <a:p>
            <a:fld id="{59E5643D-FA1B-4519-9AB0-F4C61A3A5514}" type="slidenum">
              <a:t>3</a:t>
            </a:fld>
            <a:endParaRPr lang="en-US"/>
          </a:p>
        </p:txBody>
      </p:sp>
    </p:spTree>
    <p:extLst>
      <p:ext uri="{BB962C8B-B14F-4D97-AF65-F5344CB8AC3E}">
        <p14:creationId xmlns:p14="http://schemas.microsoft.com/office/powerpoint/2010/main" val="35635038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RMarkdown</a:t>
            </a:r>
            <a:r>
              <a:rPr lang="en-US" dirty="0"/>
              <a:t> is an authoring format that allows you to combine text, code, and output in a single document.</a:t>
            </a:r>
          </a:p>
          <a:p>
            <a:endParaRPr lang="en-US" dirty="0"/>
          </a:p>
        </p:txBody>
      </p:sp>
      <p:sp>
        <p:nvSpPr>
          <p:cNvPr id="4" name="Slide Number Placeholder 3"/>
          <p:cNvSpPr>
            <a:spLocks noGrp="1"/>
          </p:cNvSpPr>
          <p:nvPr>
            <p:ph type="sldNum" sz="quarter" idx="5"/>
          </p:nvPr>
        </p:nvSpPr>
        <p:spPr/>
        <p:txBody>
          <a:bodyPr/>
          <a:lstStyle/>
          <a:p>
            <a:fld id="{514EE156-FC0E-4EE8-ABC1-FBEF1CAA73E0}" type="slidenum">
              <a:rPr lang="en-US" smtClean="0"/>
              <a:t>13</a:t>
            </a:fld>
            <a:endParaRPr lang="en-US"/>
          </a:p>
        </p:txBody>
      </p:sp>
    </p:spTree>
    <p:extLst>
      <p:ext uri="{BB962C8B-B14F-4D97-AF65-F5344CB8AC3E}">
        <p14:creationId xmlns:p14="http://schemas.microsoft.com/office/powerpoint/2010/main" val="21210218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5/16/2026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5/16/2026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5/16/2026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5/16/2026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5/16/2026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5/16/2026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241EB5C9-1307-BA42-ABA2-0BC069CD8E7F}" type="datetimeFigureOut">
              <a:rPr lang="en-US" smtClean="0"/>
              <a:t>5/16/2026</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rtl="0" eaLnBrk="1" latinLnBrk="0" hangingPunct="1">
        <a:spcBef>
          <a:spcPct val="0"/>
        </a:spcBef>
        <a:buNone/>
        <a:defRPr sz="3300" kern="1200">
          <a:solidFill>
            <a:schemeClr val="tx1"/>
          </a:solidFill>
          <a:latin typeface="+mj-lt"/>
          <a:ea typeface="+mj-ea"/>
          <a:cs typeface="+mj-cs"/>
        </a:defRPr>
      </a:lvl1pPr>
    </p:titleStyle>
    <p:bodyStyle>
      <a:lvl1pPr marL="342900" indent="-342900" algn="l" defTabSz="342900" rtl="0" eaLnBrk="1" latinLnBrk="0" hangingPunct="1">
        <a:spcBef>
          <a:spcPct val="20000"/>
        </a:spcBef>
        <a:buFont typeface="Arial"/>
        <a:buChar char="•"/>
        <a:defRPr sz="2400" kern="1200">
          <a:solidFill>
            <a:schemeClr val="tx1"/>
          </a:solidFill>
          <a:latin typeface="+mn-lt"/>
          <a:ea typeface="+mn-ea"/>
          <a:cs typeface="+mn-cs"/>
        </a:defRPr>
      </a:lvl1pPr>
      <a:lvl2pPr marL="685800" indent="-342900" algn="l" defTabSz="342900" rtl="0" eaLnBrk="1" latinLnBrk="0" hangingPunct="1">
        <a:spcBef>
          <a:spcPct val="20000"/>
        </a:spcBef>
        <a:buFont typeface="Arial"/>
        <a:buChar char="–"/>
        <a:defRPr sz="2100" kern="1200">
          <a:solidFill>
            <a:schemeClr val="tx1"/>
          </a:solidFill>
          <a:latin typeface="+mn-lt"/>
          <a:ea typeface="+mn-ea"/>
          <a:cs typeface="+mn-cs"/>
        </a:defRPr>
      </a:lvl2pPr>
      <a:lvl3pPr marL="1028700" indent="-342900" algn="l" defTabSz="342900" rtl="0" eaLnBrk="1" latinLnBrk="0" hangingPunct="1">
        <a:spcBef>
          <a:spcPct val="20000"/>
        </a:spcBef>
        <a:buFont typeface="Arial"/>
        <a:buChar char="•"/>
        <a:defRPr sz="1800" kern="1200">
          <a:solidFill>
            <a:schemeClr val="tx1"/>
          </a:solidFill>
          <a:latin typeface="+mn-lt"/>
          <a:ea typeface="+mn-ea"/>
          <a:cs typeface="+mn-cs"/>
        </a:defRPr>
      </a:lvl3pPr>
      <a:lvl4pPr marL="1371600" indent="-342900" algn="l" defTabSz="342900" rtl="0" eaLnBrk="1" latinLnBrk="0" hangingPunct="1">
        <a:spcBef>
          <a:spcPct val="20000"/>
        </a:spcBef>
        <a:buFont typeface="Arial"/>
        <a:buChar char="–"/>
        <a:defRPr sz="1500" kern="1200">
          <a:solidFill>
            <a:schemeClr val="tx1"/>
          </a:solidFill>
          <a:latin typeface="+mn-lt"/>
          <a:ea typeface="+mn-ea"/>
          <a:cs typeface="+mn-cs"/>
        </a:defRPr>
      </a:lvl4pPr>
      <a:lvl5pPr marL="1714500" indent="-342900" algn="l" defTabSz="342900" rtl="0" eaLnBrk="1" latinLnBrk="0" hangingPunct="1">
        <a:spcBef>
          <a:spcPct val="20000"/>
        </a:spcBef>
        <a:buFont typeface="Arial"/>
        <a:buChar char="»"/>
        <a:defRPr sz="1500" kern="1200">
          <a:solidFill>
            <a:schemeClr val="tx1"/>
          </a:solidFill>
          <a:latin typeface="+mn-lt"/>
          <a:ea typeface="+mn-ea"/>
          <a:cs typeface="+mn-cs"/>
        </a:defRPr>
      </a:lvl5pPr>
      <a:lvl6pPr marL="2057400" indent="-34290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400300" indent="-34290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743200" indent="-342900" algn="l" defTabSz="342900" rtl="0" eaLnBrk="1" latinLnBrk="0" hangingPunct="1">
        <a:spcBef>
          <a:spcPct val="20000"/>
        </a:spcBef>
        <a:buFont typeface="Arial"/>
        <a:buChar char="•"/>
        <a:defRPr sz="1500" kern="1200">
          <a:solidFill>
            <a:schemeClr val="tx1"/>
          </a:solidFill>
          <a:latin typeface="+mn-lt"/>
          <a:ea typeface="+mn-ea"/>
          <a:cs typeface="+mn-cs"/>
        </a:defRPr>
      </a:lvl8pPr>
      <a:lvl9pPr marL="3086100" indent="-34290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hyperlink" Target="https://gecbunlari.com/githuba-tek-seferde-100den-fazla-dosya-atma/" TargetMode="External"/><Relationship Id="rId2" Type="http://schemas.openxmlformats.org/officeDocument/2006/relationships/image" Target="../media/image3.png"/><Relationship Id="rId1" Type="http://schemas.openxmlformats.org/officeDocument/2006/relationships/slideLayout" Target="../slideLayouts/slideLayout4.xml"/><Relationship Id="rId4" Type="http://schemas.openxmlformats.org/officeDocument/2006/relationships/hyperlink" Target="https://creativecommons.org/licenses/by-nc-nd/3.0/" TargetMode="Externa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hyperlink" Target="https://github.com/" TargetMode="Externa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hyperlink" Target="https://singularitykchen.github.io/blog/2019/12/15/2019-12-09-15-weekly-review/" TargetMode="External"/><Relationship Id="rId2" Type="http://schemas.openxmlformats.org/officeDocument/2006/relationships/image" Target="../media/image6.png"/><Relationship Id="rId1" Type="http://schemas.openxmlformats.org/officeDocument/2006/relationships/slideLayout" Target="../slideLayouts/slideLayout4.xml"/><Relationship Id="rId4" Type="http://schemas.openxmlformats.org/officeDocument/2006/relationships/hyperlink" Target="https://creativecommons.org/licenses/by-nc-sa/3.0/"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9B7AD9F6-8CE7-4299-8FC6-328F4DCD3F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3973321" y="480060"/>
            <a:ext cx="4688333" cy="2674620"/>
          </a:xfrm>
        </p:spPr>
        <p:txBody>
          <a:bodyPr anchor="b">
            <a:normAutofit/>
          </a:bodyPr>
          <a:lstStyle/>
          <a:p>
            <a:pPr marL="0" lvl="0" indent="0" algn="l">
              <a:buNone/>
            </a:pPr>
            <a:r>
              <a:rPr lang="en-US" sz="4100" dirty="0"/>
              <a:t>Introduction to R</a:t>
            </a:r>
          </a:p>
        </p:txBody>
      </p:sp>
      <p:sp>
        <p:nvSpPr>
          <p:cNvPr id="3" name="Subtitle 2"/>
          <p:cNvSpPr>
            <a:spLocks noGrp="1"/>
          </p:cNvSpPr>
          <p:nvPr>
            <p:ph type="subTitle" idx="1"/>
          </p:nvPr>
        </p:nvSpPr>
        <p:spPr>
          <a:xfrm>
            <a:off x="3973320" y="3477006"/>
            <a:ext cx="4688333" cy="1179576"/>
          </a:xfrm>
        </p:spPr>
        <p:txBody>
          <a:bodyPr>
            <a:normAutofit fontScale="92500" lnSpcReduction="20000"/>
          </a:bodyPr>
          <a:lstStyle/>
          <a:p>
            <a:pPr marL="0" lvl="0" indent="0" algn="l">
              <a:lnSpc>
                <a:spcPct val="90000"/>
              </a:lnSpc>
              <a:buNone/>
            </a:pPr>
            <a:br>
              <a:rPr lang="en-US" dirty="0"/>
            </a:br>
            <a:br>
              <a:rPr lang="en-US" dirty="0"/>
            </a:br>
            <a:r>
              <a:rPr lang="en-US" dirty="0"/>
              <a:t>Caroline Hutchings </a:t>
            </a:r>
          </a:p>
          <a:p>
            <a:pPr marL="0" lvl="0" indent="0" algn="l">
              <a:lnSpc>
                <a:spcPct val="90000"/>
              </a:lnSpc>
              <a:buNone/>
            </a:pPr>
            <a:r>
              <a:rPr lang="en-US" dirty="0"/>
              <a:t>Norco College</a:t>
            </a:r>
          </a:p>
        </p:txBody>
      </p:sp>
      <p:pic>
        <p:nvPicPr>
          <p:cNvPr id="62" name="Picture 61">
            <a:extLst>
              <a:ext uri="{FF2B5EF4-FFF2-40B4-BE49-F238E27FC236}">
                <a16:creationId xmlns:a16="http://schemas.microsoft.com/office/drawing/2014/main" id="{B4C4DB3B-FE40-6CD5-45BD-AE3A8F6FE656}"/>
              </a:ext>
            </a:extLst>
          </p:cNvPr>
          <p:cNvPicPr>
            <a:picLocks noChangeAspect="1"/>
          </p:cNvPicPr>
          <p:nvPr/>
        </p:nvPicPr>
        <p:blipFill>
          <a:blip r:embed="rId2"/>
          <a:srcRect l="18087" r="30980"/>
          <a:stretch>
            <a:fillRect/>
          </a:stretch>
        </p:blipFill>
        <p:spPr>
          <a:xfrm>
            <a:off x="20" y="10"/>
            <a:ext cx="3492988" cy="51434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68" name="sketchy line">
            <a:extLst>
              <a:ext uri="{FF2B5EF4-FFF2-40B4-BE49-F238E27FC236}">
                <a16:creationId xmlns:a16="http://schemas.microsoft.com/office/drawing/2014/main" id="{F49775AF-8896-43EE-92C6-83497D6DC5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59646" y="3306950"/>
            <a:ext cx="3182692" cy="13716"/>
          </a:xfrm>
          <a:custGeom>
            <a:avLst/>
            <a:gdLst>
              <a:gd name="csX0" fmla="*/ 0 w 3182692"/>
              <a:gd name="csY0" fmla="*/ 0 h 13716"/>
              <a:gd name="csX1" fmla="*/ 604711 w 3182692"/>
              <a:gd name="csY1" fmla="*/ 0 h 13716"/>
              <a:gd name="csX2" fmla="*/ 1241250 w 3182692"/>
              <a:gd name="csY2" fmla="*/ 0 h 13716"/>
              <a:gd name="csX3" fmla="*/ 1909615 w 3182692"/>
              <a:gd name="csY3" fmla="*/ 0 h 13716"/>
              <a:gd name="csX4" fmla="*/ 2577981 w 3182692"/>
              <a:gd name="csY4" fmla="*/ 0 h 13716"/>
              <a:gd name="csX5" fmla="*/ 3182692 w 3182692"/>
              <a:gd name="csY5" fmla="*/ 0 h 13716"/>
              <a:gd name="csX6" fmla="*/ 3182692 w 3182692"/>
              <a:gd name="csY6" fmla="*/ 13716 h 13716"/>
              <a:gd name="csX7" fmla="*/ 2482500 w 3182692"/>
              <a:gd name="csY7" fmla="*/ 13716 h 13716"/>
              <a:gd name="csX8" fmla="*/ 1782308 w 3182692"/>
              <a:gd name="csY8" fmla="*/ 13716 h 13716"/>
              <a:gd name="csX9" fmla="*/ 1145769 w 3182692"/>
              <a:gd name="csY9" fmla="*/ 13716 h 13716"/>
              <a:gd name="csX10" fmla="*/ 0 w 3182692"/>
              <a:gd name="csY10" fmla="*/ 13716 h 13716"/>
              <a:gd name="csX11" fmla="*/ 0 w 3182692"/>
              <a:gd name="csY11"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182692" h="13716" fill="none" extrusionOk="0">
                <a:moveTo>
                  <a:pt x="0" y="0"/>
                </a:moveTo>
                <a:cubicBezTo>
                  <a:pt x="126686" y="-21366"/>
                  <a:pt x="467788" y="9025"/>
                  <a:pt x="604711" y="0"/>
                </a:cubicBezTo>
                <a:cubicBezTo>
                  <a:pt x="741634" y="-9025"/>
                  <a:pt x="1061620" y="6814"/>
                  <a:pt x="1241250" y="0"/>
                </a:cubicBezTo>
                <a:cubicBezTo>
                  <a:pt x="1420880" y="-6814"/>
                  <a:pt x="1713773" y="13383"/>
                  <a:pt x="1909615" y="0"/>
                </a:cubicBezTo>
                <a:cubicBezTo>
                  <a:pt x="2105457" y="-13383"/>
                  <a:pt x="2257256" y="13567"/>
                  <a:pt x="2577981" y="0"/>
                </a:cubicBezTo>
                <a:cubicBezTo>
                  <a:pt x="2898706" y="-13567"/>
                  <a:pt x="3026063" y="6328"/>
                  <a:pt x="3182692" y="0"/>
                </a:cubicBezTo>
                <a:cubicBezTo>
                  <a:pt x="3182212" y="2989"/>
                  <a:pt x="3182051" y="10166"/>
                  <a:pt x="3182692" y="13716"/>
                </a:cubicBezTo>
                <a:cubicBezTo>
                  <a:pt x="2998421" y="17170"/>
                  <a:pt x="2675038" y="14442"/>
                  <a:pt x="2482500" y="13716"/>
                </a:cubicBezTo>
                <a:cubicBezTo>
                  <a:pt x="2289962" y="12990"/>
                  <a:pt x="1930644" y="2262"/>
                  <a:pt x="1782308" y="13716"/>
                </a:cubicBezTo>
                <a:cubicBezTo>
                  <a:pt x="1633972" y="25170"/>
                  <a:pt x="1287388" y="-6564"/>
                  <a:pt x="1145769" y="13716"/>
                </a:cubicBezTo>
                <a:cubicBezTo>
                  <a:pt x="1004150" y="33996"/>
                  <a:pt x="256377" y="-42010"/>
                  <a:pt x="0" y="13716"/>
                </a:cubicBezTo>
                <a:cubicBezTo>
                  <a:pt x="182" y="9317"/>
                  <a:pt x="482" y="5285"/>
                  <a:pt x="0" y="0"/>
                </a:cubicBezTo>
                <a:close/>
              </a:path>
              <a:path w="3182692" h="13716" stroke="0" extrusionOk="0">
                <a:moveTo>
                  <a:pt x="0" y="0"/>
                </a:moveTo>
                <a:cubicBezTo>
                  <a:pt x="283446" y="18201"/>
                  <a:pt x="432812" y="7290"/>
                  <a:pt x="604711" y="0"/>
                </a:cubicBezTo>
                <a:cubicBezTo>
                  <a:pt x="776610" y="-7290"/>
                  <a:pt x="982253" y="15478"/>
                  <a:pt x="1145769" y="0"/>
                </a:cubicBezTo>
                <a:cubicBezTo>
                  <a:pt x="1309285" y="-15478"/>
                  <a:pt x="1514247" y="-25520"/>
                  <a:pt x="1845961" y="0"/>
                </a:cubicBezTo>
                <a:cubicBezTo>
                  <a:pt x="2177675" y="25520"/>
                  <a:pt x="2297588" y="16646"/>
                  <a:pt x="2450673" y="0"/>
                </a:cubicBezTo>
                <a:cubicBezTo>
                  <a:pt x="2603758" y="-16646"/>
                  <a:pt x="3023048" y="-21196"/>
                  <a:pt x="3182692" y="0"/>
                </a:cubicBezTo>
                <a:cubicBezTo>
                  <a:pt x="3182200" y="2764"/>
                  <a:pt x="3182390" y="8747"/>
                  <a:pt x="3182692" y="13716"/>
                </a:cubicBezTo>
                <a:cubicBezTo>
                  <a:pt x="3039109" y="-17273"/>
                  <a:pt x="2823860" y="9276"/>
                  <a:pt x="2546154" y="13716"/>
                </a:cubicBezTo>
                <a:cubicBezTo>
                  <a:pt x="2268448" y="18156"/>
                  <a:pt x="2098674" y="719"/>
                  <a:pt x="1845961" y="13716"/>
                </a:cubicBezTo>
                <a:cubicBezTo>
                  <a:pt x="1593248" y="26713"/>
                  <a:pt x="1456743" y="22988"/>
                  <a:pt x="1304904" y="13716"/>
                </a:cubicBezTo>
                <a:cubicBezTo>
                  <a:pt x="1153065" y="4444"/>
                  <a:pt x="947204" y="6554"/>
                  <a:pt x="668365" y="13716"/>
                </a:cubicBezTo>
                <a:cubicBezTo>
                  <a:pt x="389526" y="20878"/>
                  <a:pt x="288244" y="-9200"/>
                  <a:pt x="0" y="13716"/>
                </a:cubicBezTo>
                <a:cubicBezTo>
                  <a:pt x="614" y="9981"/>
                  <a:pt x="600" y="5402"/>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p:cNvSpPr>
            <a:spLocks noGrp="1"/>
          </p:cNvSpPr>
          <p:nvPr>
            <p:ph type="dt" sz="half" idx="10"/>
          </p:nvPr>
        </p:nvSpPr>
        <p:spPr>
          <a:xfrm>
            <a:off x="628650" y="4767262"/>
            <a:ext cx="2057400" cy="273844"/>
          </a:xfrm>
        </p:spPr>
        <p:txBody>
          <a:bodyPr>
            <a:normAutofit/>
          </a:bodyPr>
          <a:lstStyle/>
          <a:p>
            <a:pPr marL="0" lvl="0" indent="0">
              <a:spcAft>
                <a:spcPts val="600"/>
              </a:spcAft>
              <a:buNone/>
            </a:pPr>
            <a:r>
              <a:rPr lang="en-US">
                <a:solidFill>
                  <a:srgbClr val="FFFFFF"/>
                </a:solidFill>
              </a:rPr>
              <a:t>May 24, 2025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FE8D269-543A-9CD0-7261-723BC79FBA53}"/>
              </a:ext>
            </a:extLst>
          </p:cNvPr>
          <p:cNvSpPr>
            <a:spLocks noGrp="1"/>
          </p:cNvSpPr>
          <p:nvPr>
            <p:ph type="title"/>
          </p:nvPr>
        </p:nvSpPr>
        <p:spPr>
          <a:xfrm>
            <a:off x="628650" y="338535"/>
            <a:ext cx="7884414" cy="3049905"/>
          </a:xfrm>
        </p:spPr>
        <p:txBody>
          <a:bodyPr vert="horz" lIns="91440" tIns="45720" rIns="91440" bIns="45720" rtlCol="0" anchor="b">
            <a:normAutofit/>
          </a:bodyPr>
          <a:lstStyle/>
          <a:p>
            <a:pPr defTabSz="914400">
              <a:lnSpc>
                <a:spcPct val="90000"/>
              </a:lnSpc>
            </a:pPr>
            <a:r>
              <a:rPr lang="en-US" sz="5000" kern="1200">
                <a:solidFill>
                  <a:schemeClr val="tx1"/>
                </a:solidFill>
                <a:latin typeface="+mj-lt"/>
                <a:ea typeface="+mj-ea"/>
                <a:cs typeface="+mj-cs"/>
              </a:rPr>
              <a:t>Foundations of Version Control with Git and GitHub</a:t>
            </a:r>
          </a:p>
        </p:txBody>
      </p:sp>
      <p:sp>
        <p:nvSpPr>
          <p:cNvPr id="9"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28650" y="3538946"/>
            <a:ext cx="4057650" cy="13716"/>
          </a:xfrm>
          <a:custGeom>
            <a:avLst/>
            <a:gdLst>
              <a:gd name="csX0" fmla="*/ 0 w 4057650"/>
              <a:gd name="csY0" fmla="*/ 0 h 13716"/>
              <a:gd name="csX1" fmla="*/ 757428 w 4057650"/>
              <a:gd name="csY1" fmla="*/ 0 h 13716"/>
              <a:gd name="csX2" fmla="*/ 1474279 w 4057650"/>
              <a:gd name="csY2" fmla="*/ 0 h 13716"/>
              <a:gd name="csX3" fmla="*/ 2191131 w 4057650"/>
              <a:gd name="csY3" fmla="*/ 0 h 13716"/>
              <a:gd name="csX4" fmla="*/ 2745676 w 4057650"/>
              <a:gd name="csY4" fmla="*/ 0 h 13716"/>
              <a:gd name="csX5" fmla="*/ 3340798 w 4057650"/>
              <a:gd name="csY5" fmla="*/ 0 h 13716"/>
              <a:gd name="csX6" fmla="*/ 4057650 w 4057650"/>
              <a:gd name="csY6" fmla="*/ 0 h 13716"/>
              <a:gd name="csX7" fmla="*/ 4057650 w 4057650"/>
              <a:gd name="csY7" fmla="*/ 13716 h 13716"/>
              <a:gd name="csX8" fmla="*/ 3381375 w 4057650"/>
              <a:gd name="csY8" fmla="*/ 13716 h 13716"/>
              <a:gd name="csX9" fmla="*/ 2826830 w 4057650"/>
              <a:gd name="csY9" fmla="*/ 13716 h 13716"/>
              <a:gd name="csX10" fmla="*/ 2272284 w 4057650"/>
              <a:gd name="csY10" fmla="*/ 13716 h 13716"/>
              <a:gd name="csX11" fmla="*/ 1555432 w 4057650"/>
              <a:gd name="csY11" fmla="*/ 13716 h 13716"/>
              <a:gd name="csX12" fmla="*/ 960310 w 4057650"/>
              <a:gd name="csY12" fmla="*/ 13716 h 13716"/>
              <a:gd name="csX13" fmla="*/ 0 w 4057650"/>
              <a:gd name="csY13" fmla="*/ 13716 h 13716"/>
              <a:gd name="csX14" fmla="*/ 0 w 4057650"/>
              <a:gd name="csY14"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057650" h="13716" fill="none" extrusionOk="0">
                <a:moveTo>
                  <a:pt x="0" y="0"/>
                </a:moveTo>
                <a:cubicBezTo>
                  <a:pt x="371182" y="3227"/>
                  <a:pt x="494372" y="9222"/>
                  <a:pt x="757428" y="0"/>
                </a:cubicBezTo>
                <a:cubicBezTo>
                  <a:pt x="1020484" y="-9222"/>
                  <a:pt x="1116719" y="-4357"/>
                  <a:pt x="1474279" y="0"/>
                </a:cubicBezTo>
                <a:cubicBezTo>
                  <a:pt x="1831839" y="4357"/>
                  <a:pt x="1920973" y="-11809"/>
                  <a:pt x="2191131" y="0"/>
                </a:cubicBezTo>
                <a:cubicBezTo>
                  <a:pt x="2461289" y="11809"/>
                  <a:pt x="2589480" y="-22604"/>
                  <a:pt x="2745676" y="0"/>
                </a:cubicBezTo>
                <a:cubicBezTo>
                  <a:pt x="2901872" y="22604"/>
                  <a:pt x="3136452" y="-12306"/>
                  <a:pt x="3340798" y="0"/>
                </a:cubicBezTo>
                <a:cubicBezTo>
                  <a:pt x="3545144" y="12306"/>
                  <a:pt x="3766934" y="-21556"/>
                  <a:pt x="4057650" y="0"/>
                </a:cubicBezTo>
                <a:cubicBezTo>
                  <a:pt x="4057378" y="4708"/>
                  <a:pt x="4057987" y="7132"/>
                  <a:pt x="4057650" y="13716"/>
                </a:cubicBezTo>
                <a:cubicBezTo>
                  <a:pt x="3743404" y="35553"/>
                  <a:pt x="3625516" y="-19495"/>
                  <a:pt x="3381375" y="13716"/>
                </a:cubicBezTo>
                <a:cubicBezTo>
                  <a:pt x="3137235" y="46927"/>
                  <a:pt x="2946571" y="-4571"/>
                  <a:pt x="2826830" y="13716"/>
                </a:cubicBezTo>
                <a:cubicBezTo>
                  <a:pt x="2707090" y="32003"/>
                  <a:pt x="2402756" y="-3140"/>
                  <a:pt x="2272284" y="13716"/>
                </a:cubicBezTo>
                <a:cubicBezTo>
                  <a:pt x="2141812" y="30572"/>
                  <a:pt x="1895935" y="13627"/>
                  <a:pt x="1555432" y="13716"/>
                </a:cubicBezTo>
                <a:cubicBezTo>
                  <a:pt x="1214929" y="13805"/>
                  <a:pt x="1103072" y="9931"/>
                  <a:pt x="960310" y="13716"/>
                </a:cubicBezTo>
                <a:cubicBezTo>
                  <a:pt x="817548" y="17501"/>
                  <a:pt x="402272" y="-33931"/>
                  <a:pt x="0" y="13716"/>
                </a:cubicBezTo>
                <a:cubicBezTo>
                  <a:pt x="-460" y="10837"/>
                  <a:pt x="38" y="6680"/>
                  <a:pt x="0" y="0"/>
                </a:cubicBezTo>
                <a:close/>
              </a:path>
              <a:path w="4057650" h="13716" stroke="0" extrusionOk="0">
                <a:moveTo>
                  <a:pt x="0" y="0"/>
                </a:moveTo>
                <a:cubicBezTo>
                  <a:pt x="248348" y="13145"/>
                  <a:pt x="486117" y="25042"/>
                  <a:pt x="635698" y="0"/>
                </a:cubicBezTo>
                <a:cubicBezTo>
                  <a:pt x="785279" y="-25042"/>
                  <a:pt x="917762" y="-5537"/>
                  <a:pt x="1190244" y="0"/>
                </a:cubicBezTo>
                <a:cubicBezTo>
                  <a:pt x="1462726" y="5537"/>
                  <a:pt x="1667120" y="-21232"/>
                  <a:pt x="1947672" y="0"/>
                </a:cubicBezTo>
                <a:cubicBezTo>
                  <a:pt x="2228224" y="21232"/>
                  <a:pt x="2280631" y="-21698"/>
                  <a:pt x="2583370" y="0"/>
                </a:cubicBezTo>
                <a:cubicBezTo>
                  <a:pt x="2886109" y="21698"/>
                  <a:pt x="3022941" y="19647"/>
                  <a:pt x="3219069" y="0"/>
                </a:cubicBezTo>
                <a:cubicBezTo>
                  <a:pt x="3415197" y="-19647"/>
                  <a:pt x="3747500" y="26991"/>
                  <a:pt x="4057650" y="0"/>
                </a:cubicBezTo>
                <a:cubicBezTo>
                  <a:pt x="4056980" y="3019"/>
                  <a:pt x="4057134" y="10425"/>
                  <a:pt x="4057650" y="13716"/>
                </a:cubicBezTo>
                <a:cubicBezTo>
                  <a:pt x="3865148" y="-7885"/>
                  <a:pt x="3702543" y="44896"/>
                  <a:pt x="3381375" y="13716"/>
                </a:cubicBezTo>
                <a:cubicBezTo>
                  <a:pt x="3060208" y="-17464"/>
                  <a:pt x="2956571" y="-13250"/>
                  <a:pt x="2826830" y="13716"/>
                </a:cubicBezTo>
                <a:cubicBezTo>
                  <a:pt x="2697089" y="40682"/>
                  <a:pt x="2411031" y="38582"/>
                  <a:pt x="2150555" y="13716"/>
                </a:cubicBezTo>
                <a:cubicBezTo>
                  <a:pt x="1890080" y="-11150"/>
                  <a:pt x="1741827" y="-5187"/>
                  <a:pt x="1474280" y="13716"/>
                </a:cubicBezTo>
                <a:cubicBezTo>
                  <a:pt x="1206734" y="32619"/>
                  <a:pt x="998203" y="28763"/>
                  <a:pt x="838581" y="13716"/>
                </a:cubicBezTo>
                <a:cubicBezTo>
                  <a:pt x="678959" y="-1331"/>
                  <a:pt x="187101" y="-17784"/>
                  <a:pt x="0" y="13716"/>
                </a:cubicBezTo>
                <a:cubicBezTo>
                  <a:pt x="-114" y="7033"/>
                  <a:pt x="103" y="3429"/>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2759993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 name="Rectangle 39">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0328669-9E6E-C7BE-C653-5FF1A736D775}"/>
              </a:ext>
            </a:extLst>
          </p:cNvPr>
          <p:cNvSpPr>
            <a:spLocks noGrp="1"/>
          </p:cNvSpPr>
          <p:nvPr>
            <p:ph type="title"/>
          </p:nvPr>
        </p:nvSpPr>
        <p:spPr>
          <a:xfrm>
            <a:off x="473202" y="480060"/>
            <a:ext cx="3614166" cy="1110996"/>
          </a:xfrm>
        </p:spPr>
        <p:txBody>
          <a:bodyPr vert="horz" lIns="91440" tIns="45720" rIns="91440" bIns="45720" rtlCol="0" anchor="b">
            <a:normAutofit/>
          </a:bodyPr>
          <a:lstStyle/>
          <a:p>
            <a:pPr algn="l" defTabSz="914400">
              <a:lnSpc>
                <a:spcPct val="90000"/>
              </a:lnSpc>
            </a:pPr>
            <a:r>
              <a:rPr lang="en-US" sz="4100" kern="1200" dirty="0">
                <a:solidFill>
                  <a:schemeClr val="tx1"/>
                </a:solidFill>
                <a:latin typeface="+mj-lt"/>
                <a:ea typeface="+mj-ea"/>
                <a:cs typeface="+mj-cs"/>
              </a:rPr>
              <a:t>What is Git? </a:t>
            </a:r>
          </a:p>
        </p:txBody>
      </p:sp>
      <p:sp>
        <p:nvSpPr>
          <p:cNvPr id="42"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2458" y="1779651"/>
            <a:ext cx="2441321" cy="13716"/>
          </a:xfrm>
          <a:custGeom>
            <a:avLst/>
            <a:gdLst>
              <a:gd name="csX0" fmla="*/ 0 w 2441321"/>
              <a:gd name="csY0" fmla="*/ 0 h 13716"/>
              <a:gd name="csX1" fmla="*/ 585917 w 2441321"/>
              <a:gd name="csY1" fmla="*/ 0 h 13716"/>
              <a:gd name="csX2" fmla="*/ 1196247 w 2441321"/>
              <a:gd name="csY2" fmla="*/ 0 h 13716"/>
              <a:gd name="csX3" fmla="*/ 1806578 w 2441321"/>
              <a:gd name="csY3" fmla="*/ 0 h 13716"/>
              <a:gd name="csX4" fmla="*/ 2441321 w 2441321"/>
              <a:gd name="csY4" fmla="*/ 0 h 13716"/>
              <a:gd name="csX5" fmla="*/ 2441321 w 2441321"/>
              <a:gd name="csY5" fmla="*/ 13716 h 13716"/>
              <a:gd name="csX6" fmla="*/ 1830991 w 2441321"/>
              <a:gd name="csY6" fmla="*/ 13716 h 13716"/>
              <a:gd name="csX7" fmla="*/ 1269487 w 2441321"/>
              <a:gd name="csY7" fmla="*/ 13716 h 13716"/>
              <a:gd name="csX8" fmla="*/ 707983 w 2441321"/>
              <a:gd name="csY8" fmla="*/ 13716 h 13716"/>
              <a:gd name="csX9" fmla="*/ 0 w 2441321"/>
              <a:gd name="csY9" fmla="*/ 13716 h 13716"/>
              <a:gd name="csX10" fmla="*/ 0 w 2441321"/>
              <a:gd name="csY10"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441321" h="13716" fill="none" extrusionOk="0">
                <a:moveTo>
                  <a:pt x="0" y="0"/>
                </a:moveTo>
                <a:cubicBezTo>
                  <a:pt x="273217" y="-17533"/>
                  <a:pt x="355785" y="-4171"/>
                  <a:pt x="585917" y="0"/>
                </a:cubicBezTo>
                <a:cubicBezTo>
                  <a:pt x="816049" y="4171"/>
                  <a:pt x="991446" y="-9419"/>
                  <a:pt x="1196247" y="0"/>
                </a:cubicBezTo>
                <a:cubicBezTo>
                  <a:pt x="1401048" y="9419"/>
                  <a:pt x="1589984" y="-731"/>
                  <a:pt x="1806578" y="0"/>
                </a:cubicBezTo>
                <a:cubicBezTo>
                  <a:pt x="2023172" y="731"/>
                  <a:pt x="2247754" y="8393"/>
                  <a:pt x="2441321" y="0"/>
                </a:cubicBezTo>
                <a:cubicBezTo>
                  <a:pt x="2440939" y="4363"/>
                  <a:pt x="2441580" y="8857"/>
                  <a:pt x="2441321" y="13716"/>
                </a:cubicBezTo>
                <a:cubicBezTo>
                  <a:pt x="2169723" y="25934"/>
                  <a:pt x="2045712" y="34568"/>
                  <a:pt x="1830991" y="13716"/>
                </a:cubicBezTo>
                <a:cubicBezTo>
                  <a:pt x="1616270" y="-7136"/>
                  <a:pt x="1505876" y="-623"/>
                  <a:pt x="1269487" y="13716"/>
                </a:cubicBezTo>
                <a:cubicBezTo>
                  <a:pt x="1033098" y="28055"/>
                  <a:pt x="908661" y="36619"/>
                  <a:pt x="707983" y="13716"/>
                </a:cubicBezTo>
                <a:cubicBezTo>
                  <a:pt x="507305" y="-9187"/>
                  <a:pt x="333592" y="16187"/>
                  <a:pt x="0" y="13716"/>
                </a:cubicBezTo>
                <a:cubicBezTo>
                  <a:pt x="-459" y="8317"/>
                  <a:pt x="190" y="2744"/>
                  <a:pt x="0" y="0"/>
                </a:cubicBezTo>
                <a:close/>
              </a:path>
              <a:path w="2441321" h="13716" stroke="0" extrusionOk="0">
                <a:moveTo>
                  <a:pt x="0" y="0"/>
                </a:moveTo>
                <a:cubicBezTo>
                  <a:pt x="207071" y="-14617"/>
                  <a:pt x="444194" y="-15606"/>
                  <a:pt x="585917" y="0"/>
                </a:cubicBezTo>
                <a:cubicBezTo>
                  <a:pt x="727640" y="15606"/>
                  <a:pt x="904326" y="-79"/>
                  <a:pt x="1123008" y="0"/>
                </a:cubicBezTo>
                <a:cubicBezTo>
                  <a:pt x="1341690" y="79"/>
                  <a:pt x="1600014" y="10401"/>
                  <a:pt x="1782164" y="0"/>
                </a:cubicBezTo>
                <a:cubicBezTo>
                  <a:pt x="1964314" y="-10401"/>
                  <a:pt x="2143537" y="-21488"/>
                  <a:pt x="2441321" y="0"/>
                </a:cubicBezTo>
                <a:cubicBezTo>
                  <a:pt x="2441507" y="3335"/>
                  <a:pt x="2441322" y="9457"/>
                  <a:pt x="2441321" y="13716"/>
                </a:cubicBezTo>
                <a:cubicBezTo>
                  <a:pt x="2166745" y="24201"/>
                  <a:pt x="2078726" y="10904"/>
                  <a:pt x="1879817" y="13716"/>
                </a:cubicBezTo>
                <a:cubicBezTo>
                  <a:pt x="1680908" y="16528"/>
                  <a:pt x="1548770" y="-8699"/>
                  <a:pt x="1318313" y="13716"/>
                </a:cubicBezTo>
                <a:cubicBezTo>
                  <a:pt x="1087856" y="36131"/>
                  <a:pt x="894613" y="-645"/>
                  <a:pt x="659157" y="13716"/>
                </a:cubicBezTo>
                <a:cubicBezTo>
                  <a:pt x="423701" y="28077"/>
                  <a:pt x="246611" y="29403"/>
                  <a:pt x="0" y="13716"/>
                </a:cubicBezTo>
                <a:cubicBezTo>
                  <a:pt x="-120" y="7867"/>
                  <a:pt x="674" y="3919"/>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ntent Placeholder 3">
            <a:extLst>
              <a:ext uri="{FF2B5EF4-FFF2-40B4-BE49-F238E27FC236}">
                <a16:creationId xmlns:a16="http://schemas.microsoft.com/office/drawing/2014/main" id="{A5224CFD-03F7-82CA-5B5E-A16E6E05CDEF}"/>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73202" y="1995678"/>
            <a:ext cx="3614166" cy="2660904"/>
          </a:xfrm>
        </p:spPr>
        <p:txBody>
          <a:bodyPr>
            <a:normAutofit fontScale="92500" lnSpcReduction="10000"/>
          </a:bodyPr>
          <a:lstStyle/>
          <a:p>
            <a:pPr marL="0" indent="0">
              <a:lnSpc>
                <a:spcPct val="90000"/>
              </a:lnSpc>
              <a:spcBef>
                <a:spcPts val="2500"/>
              </a:spcBef>
              <a:buNone/>
            </a:pPr>
            <a:r>
              <a:rPr lang="en-US" sz="1100" b="1" dirty="0"/>
              <a:t>Git Version Control</a:t>
            </a:r>
          </a:p>
          <a:p>
            <a:pPr marL="0" lvl="1" indent="0">
              <a:lnSpc>
                <a:spcPct val="90000"/>
              </a:lnSpc>
              <a:buNone/>
            </a:pPr>
            <a:r>
              <a:rPr lang="en-US" sz="1100" dirty="0"/>
              <a:t>Git tracks changes to files over time</a:t>
            </a:r>
          </a:p>
          <a:p>
            <a:pPr marL="0" lvl="1" indent="0">
              <a:lnSpc>
                <a:spcPct val="90000"/>
              </a:lnSpc>
              <a:buNone/>
            </a:pPr>
            <a:r>
              <a:rPr lang="en-US" sz="1100" dirty="0"/>
              <a:t>Saves snapshots</a:t>
            </a:r>
          </a:p>
          <a:p>
            <a:pPr marL="0" lvl="1" indent="0">
              <a:lnSpc>
                <a:spcPct val="90000"/>
              </a:lnSpc>
              <a:buNone/>
            </a:pPr>
            <a:r>
              <a:rPr lang="en-US" sz="1100" dirty="0"/>
              <a:t>Go back to earlier versions</a:t>
            </a:r>
          </a:p>
          <a:p>
            <a:pPr marL="0" lvl="1" indent="0">
              <a:lnSpc>
                <a:spcPct val="90000"/>
              </a:lnSpc>
              <a:buNone/>
            </a:pPr>
            <a:r>
              <a:rPr lang="en-US" sz="1100" dirty="0"/>
              <a:t>Show differences between file versions</a:t>
            </a:r>
          </a:p>
          <a:p>
            <a:pPr marL="0" indent="0">
              <a:lnSpc>
                <a:spcPct val="90000"/>
              </a:lnSpc>
              <a:spcBef>
                <a:spcPts val="2500"/>
              </a:spcBef>
              <a:buNone/>
            </a:pPr>
            <a:r>
              <a:rPr lang="en-US" sz="1100" b="1" dirty="0"/>
              <a:t>Git Command Line Interface (CLI)</a:t>
            </a:r>
          </a:p>
          <a:p>
            <a:pPr marL="0" lvl="1" indent="0">
              <a:lnSpc>
                <a:spcPct val="90000"/>
              </a:lnSpc>
              <a:buNone/>
            </a:pPr>
            <a:r>
              <a:rPr lang="en-US" sz="1100" dirty="0"/>
              <a:t>Uses typed commands in terminal (Git Bash, Command Prompt)</a:t>
            </a:r>
          </a:p>
          <a:p>
            <a:pPr marL="0" lvl="1" indent="0">
              <a:lnSpc>
                <a:spcPct val="90000"/>
              </a:lnSpc>
              <a:buNone/>
            </a:pPr>
            <a:r>
              <a:rPr lang="en-US" sz="1100" dirty="0"/>
              <a:t>git add, git commit, git push, git pull, etc.</a:t>
            </a:r>
          </a:p>
          <a:p>
            <a:pPr marL="0" indent="0">
              <a:lnSpc>
                <a:spcPct val="90000"/>
              </a:lnSpc>
              <a:spcBef>
                <a:spcPts val="2500"/>
              </a:spcBef>
              <a:buNone/>
            </a:pPr>
            <a:r>
              <a:rPr lang="en-US" sz="1100" b="1" dirty="0"/>
              <a:t>Git Hub Desktop (GUI for Git)</a:t>
            </a:r>
          </a:p>
          <a:p>
            <a:pPr marL="0" lvl="1" indent="0">
              <a:lnSpc>
                <a:spcPct val="90000"/>
              </a:lnSpc>
              <a:buNone/>
            </a:pPr>
            <a:r>
              <a:rPr lang="en-US" sz="1100" dirty="0"/>
              <a:t>Use Git without typing commands</a:t>
            </a:r>
          </a:p>
          <a:p>
            <a:pPr marL="0" lvl="1" indent="0">
              <a:lnSpc>
                <a:spcPct val="90000"/>
              </a:lnSpc>
              <a:buNone/>
            </a:pPr>
            <a:r>
              <a:rPr lang="en-US" sz="1100" dirty="0"/>
              <a:t>Shows file changes automatically</a:t>
            </a:r>
          </a:p>
          <a:p>
            <a:pPr marL="0" lvl="1" indent="0">
              <a:lnSpc>
                <a:spcPct val="90000"/>
              </a:lnSpc>
              <a:buNone/>
            </a:pPr>
            <a:r>
              <a:rPr lang="en-US" sz="1100" dirty="0"/>
              <a:t>Commit, push, pull</a:t>
            </a:r>
          </a:p>
          <a:p>
            <a:pPr marL="0" lvl="1" indent="0">
              <a:lnSpc>
                <a:spcPct val="90000"/>
              </a:lnSpc>
              <a:buNone/>
            </a:pPr>
            <a:r>
              <a:rPr lang="en-US" sz="1100" dirty="0"/>
              <a:t>Git runs in the background</a:t>
            </a:r>
          </a:p>
        </p:txBody>
      </p:sp>
      <p:pic>
        <p:nvPicPr>
          <p:cNvPr id="7" name="Picture 6">
            <a:extLst>
              <a:ext uri="{FF2B5EF4-FFF2-40B4-BE49-F238E27FC236}">
                <a16:creationId xmlns:a16="http://schemas.microsoft.com/office/drawing/2014/main" id="{5C35E16B-0780-CBB0-5C90-261AA62B6B98}"/>
              </a:ext>
            </a:extLst>
          </p:cNvPr>
          <p:cNvPicPr>
            <a:picLocks noChangeAspect="1"/>
          </p:cNvPicPr>
          <p:nvPr/>
        </p:nvPicPr>
        <p:blipFill>
          <a:blip r:embed="rId3"/>
          <a:stretch>
            <a:fillRect/>
          </a:stretch>
        </p:blipFill>
        <p:spPr>
          <a:xfrm>
            <a:off x="4574286" y="1394660"/>
            <a:ext cx="4094226" cy="2354180"/>
          </a:xfrm>
          <a:prstGeom prst="rect">
            <a:avLst/>
          </a:prstGeom>
          <a:noFill/>
        </p:spPr>
      </p:pic>
    </p:spTree>
    <p:extLst>
      <p:ext uri="{BB962C8B-B14F-4D97-AF65-F5344CB8AC3E}">
        <p14:creationId xmlns:p14="http://schemas.microsoft.com/office/powerpoint/2010/main" val="100992315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EA1C47-C75E-2DA0-A8CB-156191345359}"/>
              </a:ext>
            </a:extLst>
          </p:cNvPr>
          <p:cNvSpPr>
            <a:spLocks noGrp="1"/>
          </p:cNvSpPr>
          <p:nvPr>
            <p:ph type="title"/>
          </p:nvPr>
        </p:nvSpPr>
        <p:spPr>
          <a:xfrm>
            <a:off x="473202" y="480060"/>
            <a:ext cx="3614166" cy="1110996"/>
          </a:xfrm>
        </p:spPr>
        <p:txBody>
          <a:bodyPr vert="horz" lIns="91440" tIns="45720" rIns="91440" bIns="45720" rtlCol="0" anchor="b">
            <a:normAutofit/>
          </a:bodyPr>
          <a:lstStyle/>
          <a:p>
            <a:pPr algn="l" defTabSz="914400">
              <a:lnSpc>
                <a:spcPct val="90000"/>
              </a:lnSpc>
            </a:pPr>
            <a:r>
              <a:rPr lang="en-US" sz="3500" kern="1200">
                <a:solidFill>
                  <a:schemeClr val="tx1"/>
                </a:solidFill>
                <a:latin typeface="+mj-lt"/>
                <a:ea typeface="+mj-ea"/>
                <a:cs typeface="+mj-cs"/>
              </a:rPr>
              <a:t>Download GitHub Desktop</a:t>
            </a:r>
          </a:p>
        </p:txBody>
      </p:sp>
      <p:sp>
        <p:nvSpPr>
          <p:cNvPr id="29"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2458" y="1779651"/>
            <a:ext cx="2441321" cy="13716"/>
          </a:xfrm>
          <a:custGeom>
            <a:avLst/>
            <a:gdLst>
              <a:gd name="csX0" fmla="*/ 0 w 2441321"/>
              <a:gd name="csY0" fmla="*/ 0 h 13716"/>
              <a:gd name="csX1" fmla="*/ 585917 w 2441321"/>
              <a:gd name="csY1" fmla="*/ 0 h 13716"/>
              <a:gd name="csX2" fmla="*/ 1196247 w 2441321"/>
              <a:gd name="csY2" fmla="*/ 0 h 13716"/>
              <a:gd name="csX3" fmla="*/ 1806578 w 2441321"/>
              <a:gd name="csY3" fmla="*/ 0 h 13716"/>
              <a:gd name="csX4" fmla="*/ 2441321 w 2441321"/>
              <a:gd name="csY4" fmla="*/ 0 h 13716"/>
              <a:gd name="csX5" fmla="*/ 2441321 w 2441321"/>
              <a:gd name="csY5" fmla="*/ 13716 h 13716"/>
              <a:gd name="csX6" fmla="*/ 1830991 w 2441321"/>
              <a:gd name="csY6" fmla="*/ 13716 h 13716"/>
              <a:gd name="csX7" fmla="*/ 1269487 w 2441321"/>
              <a:gd name="csY7" fmla="*/ 13716 h 13716"/>
              <a:gd name="csX8" fmla="*/ 707983 w 2441321"/>
              <a:gd name="csY8" fmla="*/ 13716 h 13716"/>
              <a:gd name="csX9" fmla="*/ 0 w 2441321"/>
              <a:gd name="csY9" fmla="*/ 13716 h 13716"/>
              <a:gd name="csX10" fmla="*/ 0 w 2441321"/>
              <a:gd name="csY10"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441321" h="13716" fill="none" extrusionOk="0">
                <a:moveTo>
                  <a:pt x="0" y="0"/>
                </a:moveTo>
                <a:cubicBezTo>
                  <a:pt x="273217" y="-17533"/>
                  <a:pt x="355785" y="-4171"/>
                  <a:pt x="585917" y="0"/>
                </a:cubicBezTo>
                <a:cubicBezTo>
                  <a:pt x="816049" y="4171"/>
                  <a:pt x="991446" y="-9419"/>
                  <a:pt x="1196247" y="0"/>
                </a:cubicBezTo>
                <a:cubicBezTo>
                  <a:pt x="1401048" y="9419"/>
                  <a:pt x="1589984" y="-731"/>
                  <a:pt x="1806578" y="0"/>
                </a:cubicBezTo>
                <a:cubicBezTo>
                  <a:pt x="2023172" y="731"/>
                  <a:pt x="2247754" y="8393"/>
                  <a:pt x="2441321" y="0"/>
                </a:cubicBezTo>
                <a:cubicBezTo>
                  <a:pt x="2440939" y="4363"/>
                  <a:pt x="2441580" y="8857"/>
                  <a:pt x="2441321" y="13716"/>
                </a:cubicBezTo>
                <a:cubicBezTo>
                  <a:pt x="2169723" y="25934"/>
                  <a:pt x="2045712" y="34568"/>
                  <a:pt x="1830991" y="13716"/>
                </a:cubicBezTo>
                <a:cubicBezTo>
                  <a:pt x="1616270" y="-7136"/>
                  <a:pt x="1505876" y="-623"/>
                  <a:pt x="1269487" y="13716"/>
                </a:cubicBezTo>
                <a:cubicBezTo>
                  <a:pt x="1033098" y="28055"/>
                  <a:pt x="908661" y="36619"/>
                  <a:pt x="707983" y="13716"/>
                </a:cubicBezTo>
                <a:cubicBezTo>
                  <a:pt x="507305" y="-9187"/>
                  <a:pt x="333592" y="16187"/>
                  <a:pt x="0" y="13716"/>
                </a:cubicBezTo>
                <a:cubicBezTo>
                  <a:pt x="-459" y="8317"/>
                  <a:pt x="190" y="2744"/>
                  <a:pt x="0" y="0"/>
                </a:cubicBezTo>
                <a:close/>
              </a:path>
              <a:path w="2441321" h="13716" stroke="0" extrusionOk="0">
                <a:moveTo>
                  <a:pt x="0" y="0"/>
                </a:moveTo>
                <a:cubicBezTo>
                  <a:pt x="207071" y="-14617"/>
                  <a:pt x="444194" y="-15606"/>
                  <a:pt x="585917" y="0"/>
                </a:cubicBezTo>
                <a:cubicBezTo>
                  <a:pt x="727640" y="15606"/>
                  <a:pt x="904326" y="-79"/>
                  <a:pt x="1123008" y="0"/>
                </a:cubicBezTo>
                <a:cubicBezTo>
                  <a:pt x="1341690" y="79"/>
                  <a:pt x="1600014" y="10401"/>
                  <a:pt x="1782164" y="0"/>
                </a:cubicBezTo>
                <a:cubicBezTo>
                  <a:pt x="1964314" y="-10401"/>
                  <a:pt x="2143537" y="-21488"/>
                  <a:pt x="2441321" y="0"/>
                </a:cubicBezTo>
                <a:cubicBezTo>
                  <a:pt x="2441507" y="3335"/>
                  <a:pt x="2441322" y="9457"/>
                  <a:pt x="2441321" y="13716"/>
                </a:cubicBezTo>
                <a:cubicBezTo>
                  <a:pt x="2166745" y="24201"/>
                  <a:pt x="2078726" y="10904"/>
                  <a:pt x="1879817" y="13716"/>
                </a:cubicBezTo>
                <a:cubicBezTo>
                  <a:pt x="1680908" y="16528"/>
                  <a:pt x="1548770" y="-8699"/>
                  <a:pt x="1318313" y="13716"/>
                </a:cubicBezTo>
                <a:cubicBezTo>
                  <a:pt x="1087856" y="36131"/>
                  <a:pt x="894613" y="-645"/>
                  <a:pt x="659157" y="13716"/>
                </a:cubicBezTo>
                <a:cubicBezTo>
                  <a:pt x="423701" y="28077"/>
                  <a:pt x="246611" y="29403"/>
                  <a:pt x="0" y="13716"/>
                </a:cubicBezTo>
                <a:cubicBezTo>
                  <a:pt x="-120" y="7867"/>
                  <a:pt x="674" y="3919"/>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78F3AFE-C60D-0545-9A98-67C238077939}"/>
              </a:ext>
            </a:extLst>
          </p:cNvPr>
          <p:cNvSpPr>
            <a:spLocks noGrp="1"/>
          </p:cNvSpPr>
          <p:nvPr>
            <p:ph sz="half" idx="1"/>
          </p:nvPr>
        </p:nvSpPr>
        <p:spPr>
          <a:xfrm>
            <a:off x="473202" y="1995678"/>
            <a:ext cx="3614166" cy="2660904"/>
          </a:xfrm>
        </p:spPr>
        <p:txBody>
          <a:bodyPr vert="horz" lIns="91440" tIns="45720" rIns="91440" bIns="45720" rtlCol="0" anchor="t">
            <a:normAutofit/>
          </a:bodyPr>
          <a:lstStyle/>
          <a:p>
            <a:pPr indent="-228600" defTabSz="914400">
              <a:lnSpc>
                <a:spcPct val="90000"/>
              </a:lnSpc>
              <a:buFont typeface="Arial" panose="020B0604020202020204" pitchFamily="34" charset="0"/>
              <a:buChar char="•"/>
            </a:pPr>
            <a:r>
              <a:rPr lang="en-US" sz="1700" dirty="0"/>
              <a:t>Desktop.github.com/download</a:t>
            </a:r>
          </a:p>
          <a:p>
            <a:pPr indent="-228600" defTabSz="914400">
              <a:lnSpc>
                <a:spcPct val="90000"/>
              </a:lnSpc>
              <a:buFont typeface="Arial" panose="020B0604020202020204" pitchFamily="34" charset="0"/>
              <a:buChar char="•"/>
            </a:pPr>
            <a:endParaRPr lang="en-US" sz="1700" dirty="0"/>
          </a:p>
          <a:p>
            <a:pPr indent="-228600" defTabSz="914400">
              <a:lnSpc>
                <a:spcPct val="90000"/>
              </a:lnSpc>
              <a:buFont typeface="Arial" panose="020B0604020202020204" pitchFamily="34" charset="0"/>
              <a:buChar char="•"/>
            </a:pPr>
            <a:endParaRPr lang="en-US" sz="1700" dirty="0"/>
          </a:p>
        </p:txBody>
      </p:sp>
      <p:pic>
        <p:nvPicPr>
          <p:cNvPr id="7" name="Content Placeholder 6">
            <a:extLst>
              <a:ext uri="{FF2B5EF4-FFF2-40B4-BE49-F238E27FC236}">
                <a16:creationId xmlns:a16="http://schemas.microsoft.com/office/drawing/2014/main" id="{0F014469-ACC4-6234-E2BC-B9ACF1E42E38}"/>
              </a:ext>
            </a:extLst>
          </p:cNvPr>
          <p:cNvPicPr>
            <a:picLocks noGrp="1" noChangeAspect="1"/>
          </p:cNvPicPr>
          <p:nvPr>
            <p:ph sz="half" idx="2"/>
          </p:nvPr>
        </p:nvPicPr>
        <p:blipFill>
          <a:blip r:embed="rId2">
            <a:extLst>
              <a:ext uri="{837473B0-CC2E-450A-ABE3-18F120FF3D39}">
                <a1611:picAttrSrcUrl xmlns:a1611="http://schemas.microsoft.com/office/drawing/2016/11/main" r:id="rId3"/>
              </a:ext>
            </a:extLst>
          </a:blip>
          <a:stretch>
            <a:fillRect/>
          </a:stretch>
        </p:blipFill>
        <p:spPr>
          <a:xfrm>
            <a:off x="4574286" y="1170926"/>
            <a:ext cx="4094226" cy="2801647"/>
          </a:xfrm>
          <a:prstGeom prst="rect">
            <a:avLst/>
          </a:prstGeom>
        </p:spPr>
      </p:pic>
      <p:sp>
        <p:nvSpPr>
          <p:cNvPr id="8" name="TextBox 7">
            <a:extLst>
              <a:ext uri="{FF2B5EF4-FFF2-40B4-BE49-F238E27FC236}">
                <a16:creationId xmlns:a16="http://schemas.microsoft.com/office/drawing/2014/main" id="{FDFAB037-58D2-0B3A-B7EF-503990FCE9E6}"/>
              </a:ext>
            </a:extLst>
          </p:cNvPr>
          <p:cNvSpPr txBox="1"/>
          <p:nvPr/>
        </p:nvSpPr>
        <p:spPr>
          <a:xfrm>
            <a:off x="6209185" y="3772518"/>
            <a:ext cx="2459327" cy="200055"/>
          </a:xfrm>
          <a:prstGeom prst="rect">
            <a:avLst/>
          </a:prstGeom>
          <a:solidFill>
            <a:srgbClr val="000000"/>
          </a:solidFill>
        </p:spPr>
        <p:txBody>
          <a:bodyPr wrap="none" rtlCol="0">
            <a:spAutoFit/>
          </a:bodyPr>
          <a:lstStyle/>
          <a:p>
            <a:pPr algn="r">
              <a:spcAft>
                <a:spcPts val="600"/>
              </a:spcAft>
            </a:pPr>
            <a:r>
              <a:rPr lang="en-US" sz="700">
                <a:solidFill>
                  <a:srgbClr val="FFFFFF"/>
                </a:solidFill>
                <a:hlinkClick r:id="rId3" tooltip="https://gecbunlari.com/githuba-tek-seferde-100den-fazla-dosya-atma/">
                  <a:extLst>
                    <a:ext uri="{A12FA001-AC4F-418D-AE19-62706E023703}">
                      <ahyp:hlinkClr xmlns:ahyp="http://schemas.microsoft.com/office/drawing/2018/hyperlinkcolor" val="tx"/>
                    </a:ext>
                  </a:extLst>
                </a:hlinkClick>
              </a:rPr>
              <a:t>This Photo</a:t>
            </a:r>
            <a:r>
              <a:rPr lang="en-US" sz="700">
                <a:solidFill>
                  <a:srgbClr val="FFFFFF"/>
                </a:solidFill>
              </a:rPr>
              <a:t> by Unknown Author is licensed under </a:t>
            </a:r>
            <a:r>
              <a:rPr lang="en-US" sz="700">
                <a:solidFill>
                  <a:srgbClr val="FFFFFF"/>
                </a:solidFill>
                <a:hlinkClick r:id="rId4" tooltip="https://creativecommons.org/licenses/by-nc-nd/3.0/">
                  <a:extLst>
                    <a:ext uri="{A12FA001-AC4F-418D-AE19-62706E023703}">
                      <ahyp:hlinkClr xmlns:ahyp="http://schemas.microsoft.com/office/drawing/2018/hyperlinkcolor" val="tx"/>
                    </a:ext>
                  </a:extLst>
                </a:hlinkClick>
              </a:rPr>
              <a:t>CC BY-NC-ND</a:t>
            </a:r>
            <a:endParaRPr lang="en-US" sz="700">
              <a:solidFill>
                <a:srgbClr val="FFFFFF"/>
              </a:solidFill>
            </a:endParaRPr>
          </a:p>
        </p:txBody>
      </p:sp>
    </p:spTree>
    <p:extLst>
      <p:ext uri="{BB962C8B-B14F-4D97-AF65-F5344CB8AC3E}">
        <p14:creationId xmlns:p14="http://schemas.microsoft.com/office/powerpoint/2010/main" val="15443265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9" name="Rectangle 2058">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B3FC67D-8AE0-C065-D665-8868A68CE4BE}"/>
              </a:ext>
            </a:extLst>
          </p:cNvPr>
          <p:cNvSpPr>
            <a:spLocks noGrp="1"/>
          </p:cNvSpPr>
          <p:nvPr>
            <p:ph type="title"/>
          </p:nvPr>
        </p:nvSpPr>
        <p:spPr>
          <a:xfrm>
            <a:off x="473202" y="479640"/>
            <a:ext cx="2571750" cy="1289304"/>
          </a:xfrm>
        </p:spPr>
        <p:txBody>
          <a:bodyPr vert="horz" lIns="91440" tIns="45720" rIns="91440" bIns="45720" rtlCol="0" anchor="b">
            <a:normAutofit/>
          </a:bodyPr>
          <a:lstStyle/>
          <a:p>
            <a:pPr algn="l" defTabSz="914400">
              <a:lnSpc>
                <a:spcPct val="90000"/>
              </a:lnSpc>
            </a:pPr>
            <a:r>
              <a:rPr lang="en-US" sz="4100" kern="1200" dirty="0">
                <a:solidFill>
                  <a:schemeClr val="tx1"/>
                </a:solidFill>
                <a:latin typeface="+mj-lt"/>
                <a:ea typeface="+mj-ea"/>
                <a:cs typeface="+mj-cs"/>
              </a:rPr>
              <a:t>Basic Git Workflow</a:t>
            </a:r>
          </a:p>
        </p:txBody>
      </p:sp>
      <p:sp>
        <p:nvSpPr>
          <p:cNvPr id="2060"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2458" y="1930317"/>
            <a:ext cx="2441321" cy="13716"/>
          </a:xfrm>
          <a:custGeom>
            <a:avLst/>
            <a:gdLst>
              <a:gd name="csX0" fmla="*/ 0 w 2441321"/>
              <a:gd name="csY0" fmla="*/ 0 h 13716"/>
              <a:gd name="csX1" fmla="*/ 585917 w 2441321"/>
              <a:gd name="csY1" fmla="*/ 0 h 13716"/>
              <a:gd name="csX2" fmla="*/ 1196247 w 2441321"/>
              <a:gd name="csY2" fmla="*/ 0 h 13716"/>
              <a:gd name="csX3" fmla="*/ 1806578 w 2441321"/>
              <a:gd name="csY3" fmla="*/ 0 h 13716"/>
              <a:gd name="csX4" fmla="*/ 2441321 w 2441321"/>
              <a:gd name="csY4" fmla="*/ 0 h 13716"/>
              <a:gd name="csX5" fmla="*/ 2441321 w 2441321"/>
              <a:gd name="csY5" fmla="*/ 13716 h 13716"/>
              <a:gd name="csX6" fmla="*/ 1830991 w 2441321"/>
              <a:gd name="csY6" fmla="*/ 13716 h 13716"/>
              <a:gd name="csX7" fmla="*/ 1269487 w 2441321"/>
              <a:gd name="csY7" fmla="*/ 13716 h 13716"/>
              <a:gd name="csX8" fmla="*/ 707983 w 2441321"/>
              <a:gd name="csY8" fmla="*/ 13716 h 13716"/>
              <a:gd name="csX9" fmla="*/ 0 w 2441321"/>
              <a:gd name="csY9" fmla="*/ 13716 h 13716"/>
              <a:gd name="csX10" fmla="*/ 0 w 2441321"/>
              <a:gd name="csY10"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441321" h="13716" fill="none" extrusionOk="0">
                <a:moveTo>
                  <a:pt x="0" y="0"/>
                </a:moveTo>
                <a:cubicBezTo>
                  <a:pt x="273217" y="-17533"/>
                  <a:pt x="355785" y="-4171"/>
                  <a:pt x="585917" y="0"/>
                </a:cubicBezTo>
                <a:cubicBezTo>
                  <a:pt x="816049" y="4171"/>
                  <a:pt x="991446" y="-9419"/>
                  <a:pt x="1196247" y="0"/>
                </a:cubicBezTo>
                <a:cubicBezTo>
                  <a:pt x="1401048" y="9419"/>
                  <a:pt x="1589984" y="-731"/>
                  <a:pt x="1806578" y="0"/>
                </a:cubicBezTo>
                <a:cubicBezTo>
                  <a:pt x="2023172" y="731"/>
                  <a:pt x="2247754" y="8393"/>
                  <a:pt x="2441321" y="0"/>
                </a:cubicBezTo>
                <a:cubicBezTo>
                  <a:pt x="2440939" y="4363"/>
                  <a:pt x="2441580" y="8857"/>
                  <a:pt x="2441321" y="13716"/>
                </a:cubicBezTo>
                <a:cubicBezTo>
                  <a:pt x="2169723" y="25934"/>
                  <a:pt x="2045712" y="34568"/>
                  <a:pt x="1830991" y="13716"/>
                </a:cubicBezTo>
                <a:cubicBezTo>
                  <a:pt x="1616270" y="-7136"/>
                  <a:pt x="1505876" y="-623"/>
                  <a:pt x="1269487" y="13716"/>
                </a:cubicBezTo>
                <a:cubicBezTo>
                  <a:pt x="1033098" y="28055"/>
                  <a:pt x="908661" y="36619"/>
                  <a:pt x="707983" y="13716"/>
                </a:cubicBezTo>
                <a:cubicBezTo>
                  <a:pt x="507305" y="-9187"/>
                  <a:pt x="333592" y="16187"/>
                  <a:pt x="0" y="13716"/>
                </a:cubicBezTo>
                <a:cubicBezTo>
                  <a:pt x="-459" y="8317"/>
                  <a:pt x="190" y="2744"/>
                  <a:pt x="0" y="0"/>
                </a:cubicBezTo>
                <a:close/>
              </a:path>
              <a:path w="2441321" h="13716" stroke="0" extrusionOk="0">
                <a:moveTo>
                  <a:pt x="0" y="0"/>
                </a:moveTo>
                <a:cubicBezTo>
                  <a:pt x="207071" y="-14617"/>
                  <a:pt x="444194" y="-15606"/>
                  <a:pt x="585917" y="0"/>
                </a:cubicBezTo>
                <a:cubicBezTo>
                  <a:pt x="727640" y="15606"/>
                  <a:pt x="904326" y="-79"/>
                  <a:pt x="1123008" y="0"/>
                </a:cubicBezTo>
                <a:cubicBezTo>
                  <a:pt x="1341690" y="79"/>
                  <a:pt x="1600014" y="10401"/>
                  <a:pt x="1782164" y="0"/>
                </a:cubicBezTo>
                <a:cubicBezTo>
                  <a:pt x="1964314" y="-10401"/>
                  <a:pt x="2143537" y="-21488"/>
                  <a:pt x="2441321" y="0"/>
                </a:cubicBezTo>
                <a:cubicBezTo>
                  <a:pt x="2441507" y="3335"/>
                  <a:pt x="2441322" y="9457"/>
                  <a:pt x="2441321" y="13716"/>
                </a:cubicBezTo>
                <a:cubicBezTo>
                  <a:pt x="2166745" y="24201"/>
                  <a:pt x="2078726" y="10904"/>
                  <a:pt x="1879817" y="13716"/>
                </a:cubicBezTo>
                <a:cubicBezTo>
                  <a:pt x="1680908" y="16528"/>
                  <a:pt x="1548770" y="-8699"/>
                  <a:pt x="1318313" y="13716"/>
                </a:cubicBezTo>
                <a:cubicBezTo>
                  <a:pt x="1087856" y="36131"/>
                  <a:pt x="894613" y="-645"/>
                  <a:pt x="659157" y="13716"/>
                </a:cubicBezTo>
                <a:cubicBezTo>
                  <a:pt x="423701" y="28077"/>
                  <a:pt x="246611" y="29403"/>
                  <a:pt x="0" y="13716"/>
                </a:cubicBezTo>
                <a:cubicBezTo>
                  <a:pt x="-120" y="7867"/>
                  <a:pt x="674" y="3919"/>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61863F5-BE2C-F24B-0742-ADF33B3C9A82}"/>
              </a:ext>
            </a:extLst>
          </p:cNvPr>
          <p:cNvSpPr>
            <a:spLocks noGrp="1"/>
          </p:cNvSpPr>
          <p:nvPr>
            <p:ph sz="half" idx="1"/>
          </p:nvPr>
        </p:nvSpPr>
        <p:spPr>
          <a:xfrm>
            <a:off x="473202" y="2105406"/>
            <a:ext cx="2571750" cy="2558034"/>
          </a:xfrm>
        </p:spPr>
        <p:txBody>
          <a:bodyPr vert="horz" lIns="91440" tIns="45720" rIns="91440" bIns="45720" rtlCol="0" anchor="t">
            <a:normAutofit/>
          </a:bodyPr>
          <a:lstStyle/>
          <a:p>
            <a:pPr indent="-228600" defTabSz="914400">
              <a:lnSpc>
                <a:spcPct val="90000"/>
              </a:lnSpc>
              <a:buFont typeface="Arial" panose="020B0604020202020204" pitchFamily="34" charset="0"/>
              <a:buChar char="•"/>
            </a:pPr>
            <a:r>
              <a:rPr lang="en-US" sz="1100" dirty="0"/>
              <a:t>Start or Open a Project</a:t>
            </a:r>
          </a:p>
          <a:p>
            <a:pPr lvl="1" indent="-228600" defTabSz="914400">
              <a:lnSpc>
                <a:spcPct val="90000"/>
              </a:lnSpc>
              <a:buFont typeface="Arial" panose="020B0604020202020204" pitchFamily="34" charset="0"/>
              <a:buChar char="•"/>
            </a:pPr>
            <a:r>
              <a:rPr lang="en-US" sz="1100" dirty="0"/>
              <a:t>Create repository</a:t>
            </a:r>
          </a:p>
          <a:p>
            <a:pPr lvl="1" indent="-228600" defTabSz="914400">
              <a:lnSpc>
                <a:spcPct val="90000"/>
              </a:lnSpc>
              <a:buFont typeface="Arial" panose="020B0604020202020204" pitchFamily="34" charset="0"/>
              <a:buChar char="•"/>
            </a:pPr>
            <a:r>
              <a:rPr lang="en-US" sz="1100" dirty="0"/>
              <a:t>Add local repository </a:t>
            </a:r>
          </a:p>
          <a:p>
            <a:pPr lvl="1" indent="-228600" defTabSz="914400">
              <a:lnSpc>
                <a:spcPct val="90000"/>
              </a:lnSpc>
              <a:buFont typeface="Arial" panose="020B0604020202020204" pitchFamily="34" charset="0"/>
              <a:buChar char="•"/>
            </a:pPr>
            <a:r>
              <a:rPr lang="en-US" sz="1100" dirty="0"/>
              <a:t>Clone repository</a:t>
            </a:r>
          </a:p>
          <a:p>
            <a:pPr indent="-228600" defTabSz="914400">
              <a:lnSpc>
                <a:spcPct val="90000"/>
              </a:lnSpc>
              <a:buFont typeface="Arial" panose="020B0604020202020204" pitchFamily="34" charset="0"/>
              <a:buChar char="•"/>
            </a:pPr>
            <a:r>
              <a:rPr lang="en-US" sz="1100" dirty="0"/>
              <a:t>Create or Add Files</a:t>
            </a:r>
          </a:p>
          <a:p>
            <a:pPr lvl="1" indent="-228600" defTabSz="914400">
              <a:lnSpc>
                <a:spcPct val="90000"/>
              </a:lnSpc>
              <a:buFont typeface="Arial" panose="020B0604020202020204" pitchFamily="34" charset="0"/>
              <a:buChar char="•"/>
            </a:pPr>
            <a:r>
              <a:rPr lang="en-US" sz="1100" dirty="0"/>
              <a:t>Add files to project folder</a:t>
            </a:r>
          </a:p>
          <a:p>
            <a:pPr indent="-228600" defTabSz="914400">
              <a:lnSpc>
                <a:spcPct val="90000"/>
              </a:lnSpc>
              <a:buFont typeface="Arial" panose="020B0604020202020204" pitchFamily="34" charset="0"/>
              <a:buChar char="•"/>
            </a:pPr>
            <a:r>
              <a:rPr lang="en-US" sz="1100" dirty="0"/>
              <a:t>Track Changes</a:t>
            </a:r>
          </a:p>
          <a:p>
            <a:pPr lvl="1" indent="-228600" defTabSz="914400">
              <a:lnSpc>
                <a:spcPct val="90000"/>
              </a:lnSpc>
              <a:buFont typeface="Arial" panose="020B0604020202020204" pitchFamily="34" charset="0"/>
              <a:buChar char="•"/>
            </a:pPr>
            <a:r>
              <a:rPr lang="en-US" sz="1100" dirty="0"/>
              <a:t>automatic</a:t>
            </a:r>
          </a:p>
          <a:p>
            <a:pPr indent="-228600" defTabSz="914400">
              <a:lnSpc>
                <a:spcPct val="90000"/>
              </a:lnSpc>
              <a:buFont typeface="Arial" panose="020B0604020202020204" pitchFamily="34" charset="0"/>
              <a:buChar char="•"/>
            </a:pPr>
            <a:r>
              <a:rPr lang="en-US" sz="1100" dirty="0"/>
              <a:t>Save Your Work</a:t>
            </a:r>
          </a:p>
          <a:p>
            <a:pPr lvl="1" indent="-228600" defTabSz="914400">
              <a:lnSpc>
                <a:spcPct val="90000"/>
              </a:lnSpc>
              <a:buFont typeface="Arial" panose="020B0604020202020204" pitchFamily="34" charset="0"/>
              <a:buChar char="•"/>
            </a:pPr>
            <a:r>
              <a:rPr lang="en-US" sz="1100" dirty="0"/>
              <a:t>Write a message</a:t>
            </a:r>
          </a:p>
          <a:p>
            <a:pPr lvl="1" indent="-228600" defTabSz="914400">
              <a:lnSpc>
                <a:spcPct val="90000"/>
              </a:lnSpc>
              <a:buFont typeface="Arial" panose="020B0604020202020204" pitchFamily="34" charset="0"/>
              <a:buChar char="•"/>
            </a:pPr>
            <a:r>
              <a:rPr lang="en-US" sz="1100" dirty="0"/>
              <a:t>Commit to main</a:t>
            </a:r>
          </a:p>
          <a:p>
            <a:pPr indent="-228600" defTabSz="914400">
              <a:lnSpc>
                <a:spcPct val="90000"/>
              </a:lnSpc>
              <a:buFont typeface="Arial" panose="020B0604020202020204" pitchFamily="34" charset="0"/>
              <a:buChar char="•"/>
            </a:pPr>
            <a:r>
              <a:rPr lang="en-US" sz="1100" dirty="0"/>
              <a:t>Upload to Git Hub</a:t>
            </a:r>
          </a:p>
          <a:p>
            <a:pPr lvl="1" indent="-228600" defTabSz="914400">
              <a:lnSpc>
                <a:spcPct val="90000"/>
              </a:lnSpc>
              <a:buFont typeface="Arial" panose="020B0604020202020204" pitchFamily="34" charset="0"/>
              <a:buChar char="•"/>
            </a:pPr>
            <a:r>
              <a:rPr lang="en-US" sz="1100" dirty="0"/>
              <a:t>Push origin</a:t>
            </a:r>
          </a:p>
          <a:p>
            <a:pPr indent="-228600" defTabSz="914400">
              <a:lnSpc>
                <a:spcPct val="90000"/>
              </a:lnSpc>
              <a:buFont typeface="Arial" panose="020B0604020202020204" pitchFamily="34" charset="0"/>
              <a:buChar char="•"/>
            </a:pPr>
            <a:endParaRPr lang="en-US" sz="1100" dirty="0"/>
          </a:p>
          <a:p>
            <a:pPr lvl="1" indent="-228600" defTabSz="914400">
              <a:lnSpc>
                <a:spcPct val="90000"/>
              </a:lnSpc>
              <a:buFont typeface="Arial" panose="020B0604020202020204" pitchFamily="34" charset="0"/>
              <a:buChar char="•"/>
            </a:pPr>
            <a:endParaRPr lang="en-US" sz="1100" dirty="0"/>
          </a:p>
        </p:txBody>
      </p:sp>
      <p:pic>
        <p:nvPicPr>
          <p:cNvPr id="2050" name="Picture 2" descr="Git and GitHub Workflow – Reproducibility at Urban">
            <a:extLst>
              <a:ext uri="{FF2B5EF4-FFF2-40B4-BE49-F238E27FC236}">
                <a16:creationId xmlns:a16="http://schemas.microsoft.com/office/drawing/2014/main" id="{F47A1FBC-4C06-352E-1073-B4416DD0E977}"/>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tretch>
            <a:fillRect/>
          </a:stretch>
        </p:blipFill>
        <p:spPr bwMode="auto">
          <a:xfrm>
            <a:off x="3490722" y="1523248"/>
            <a:ext cx="5177790" cy="20970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59252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8CDADF-4277-4571-A6BF-823E19FD424C}"/>
              </a:ext>
            </a:extLst>
          </p:cNvPr>
          <p:cNvSpPr>
            <a:spLocks noGrp="1"/>
          </p:cNvSpPr>
          <p:nvPr>
            <p:ph type="title"/>
          </p:nvPr>
        </p:nvSpPr>
        <p:spPr/>
        <p:txBody>
          <a:bodyPr/>
          <a:lstStyle/>
          <a:p>
            <a:r>
              <a:rPr lang="en-US" dirty="0"/>
              <a:t>Git vs GitHub</a:t>
            </a:r>
          </a:p>
        </p:txBody>
      </p:sp>
      <p:sp>
        <p:nvSpPr>
          <p:cNvPr id="3" name="Text Placeholder 2">
            <a:extLst>
              <a:ext uri="{FF2B5EF4-FFF2-40B4-BE49-F238E27FC236}">
                <a16:creationId xmlns:a16="http://schemas.microsoft.com/office/drawing/2014/main" id="{CC1E5E9E-1501-83CB-7D60-DD3D8162713C}"/>
              </a:ext>
            </a:extLst>
          </p:cNvPr>
          <p:cNvSpPr>
            <a:spLocks noGrp="1"/>
          </p:cNvSpPr>
          <p:nvPr>
            <p:ph type="body" idx="1"/>
          </p:nvPr>
        </p:nvSpPr>
        <p:spPr/>
        <p:txBody>
          <a:bodyPr/>
          <a:lstStyle/>
          <a:p>
            <a:r>
              <a:rPr lang="en-US" dirty="0"/>
              <a:t>Git</a:t>
            </a:r>
          </a:p>
        </p:txBody>
      </p:sp>
      <p:sp>
        <p:nvSpPr>
          <p:cNvPr id="4" name="Content Placeholder 3">
            <a:extLst>
              <a:ext uri="{FF2B5EF4-FFF2-40B4-BE49-F238E27FC236}">
                <a16:creationId xmlns:a16="http://schemas.microsoft.com/office/drawing/2014/main" id="{083EFF3C-FFF2-4E25-DAB4-7E2EF7475DEB}"/>
              </a:ext>
            </a:extLst>
          </p:cNvPr>
          <p:cNvSpPr>
            <a:spLocks noGrp="1"/>
          </p:cNvSpPr>
          <p:nvPr>
            <p:ph sz="half" idx="2"/>
          </p:nvPr>
        </p:nvSpPr>
        <p:spPr/>
        <p:txBody>
          <a:bodyPr/>
          <a:lstStyle/>
          <a:p>
            <a:r>
              <a:rPr lang="en-US" dirty="0"/>
              <a:t>Git is a software</a:t>
            </a:r>
          </a:p>
          <a:p>
            <a:r>
              <a:rPr lang="en-US" dirty="0"/>
              <a:t>Git is CLI</a:t>
            </a:r>
          </a:p>
          <a:p>
            <a:r>
              <a:rPr lang="en-US" dirty="0"/>
              <a:t>GitHub Desktop is GUI for Git</a:t>
            </a:r>
          </a:p>
          <a:p>
            <a:r>
              <a:rPr lang="en-US" dirty="0"/>
              <a:t>Git is installed locally</a:t>
            </a:r>
          </a:p>
          <a:p>
            <a:r>
              <a:rPr lang="en-US" dirty="0"/>
              <a:t>Git is focused on version control</a:t>
            </a:r>
          </a:p>
          <a:p>
            <a:endParaRPr lang="en-US" dirty="0"/>
          </a:p>
        </p:txBody>
      </p:sp>
      <p:sp>
        <p:nvSpPr>
          <p:cNvPr id="5" name="Text Placeholder 4">
            <a:extLst>
              <a:ext uri="{FF2B5EF4-FFF2-40B4-BE49-F238E27FC236}">
                <a16:creationId xmlns:a16="http://schemas.microsoft.com/office/drawing/2014/main" id="{D3FD0849-AEC4-41BB-DBF3-DCD5463546A5}"/>
              </a:ext>
            </a:extLst>
          </p:cNvPr>
          <p:cNvSpPr>
            <a:spLocks noGrp="1"/>
          </p:cNvSpPr>
          <p:nvPr>
            <p:ph type="body" sz="quarter" idx="3"/>
          </p:nvPr>
        </p:nvSpPr>
        <p:spPr/>
        <p:txBody>
          <a:bodyPr/>
          <a:lstStyle/>
          <a:p>
            <a:r>
              <a:rPr lang="en-US" dirty="0"/>
              <a:t>GitHub</a:t>
            </a:r>
          </a:p>
        </p:txBody>
      </p:sp>
      <p:sp>
        <p:nvSpPr>
          <p:cNvPr id="6" name="Content Placeholder 5">
            <a:extLst>
              <a:ext uri="{FF2B5EF4-FFF2-40B4-BE49-F238E27FC236}">
                <a16:creationId xmlns:a16="http://schemas.microsoft.com/office/drawing/2014/main" id="{EAFEFD61-68E3-DDEB-ED98-546B746FDA71}"/>
              </a:ext>
            </a:extLst>
          </p:cNvPr>
          <p:cNvSpPr>
            <a:spLocks noGrp="1"/>
          </p:cNvSpPr>
          <p:nvPr>
            <p:ph sz="quarter" idx="4"/>
          </p:nvPr>
        </p:nvSpPr>
        <p:spPr/>
        <p:txBody>
          <a:bodyPr/>
          <a:lstStyle/>
          <a:p>
            <a:r>
              <a:rPr lang="en-US" dirty="0"/>
              <a:t>GitHub is a service</a:t>
            </a:r>
          </a:p>
          <a:p>
            <a:r>
              <a:rPr lang="en-US" dirty="0"/>
              <a:t>GitHub is a GUI (graphical user interface)</a:t>
            </a:r>
          </a:p>
          <a:p>
            <a:r>
              <a:rPr lang="en-US" dirty="0"/>
              <a:t>GitHub is hosted on the web</a:t>
            </a:r>
          </a:p>
          <a:p>
            <a:r>
              <a:rPr lang="en-US" dirty="0"/>
              <a:t>GitHub stores Git repository on web for easy access by entire team</a:t>
            </a:r>
          </a:p>
          <a:p>
            <a:endParaRPr lang="en-US" dirty="0"/>
          </a:p>
        </p:txBody>
      </p:sp>
    </p:spTree>
    <p:extLst>
      <p:ext uri="{BB962C8B-B14F-4D97-AF65-F5344CB8AC3E}">
        <p14:creationId xmlns:p14="http://schemas.microsoft.com/office/powerpoint/2010/main" val="29865554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1D8F338-53D2-BAB1-947D-28C598EC8826}"/>
              </a:ext>
            </a:extLst>
          </p:cNvPr>
          <p:cNvSpPr>
            <a:spLocks noGrp="1"/>
          </p:cNvSpPr>
          <p:nvPr>
            <p:ph type="title"/>
          </p:nvPr>
        </p:nvSpPr>
        <p:spPr>
          <a:xfrm>
            <a:off x="429369" y="178904"/>
            <a:ext cx="8263890" cy="1075811"/>
          </a:xfrm>
        </p:spPr>
        <p:txBody>
          <a:bodyPr vert="horz" lIns="91440" tIns="45720" rIns="91440" bIns="45720" rtlCol="0" anchor="b">
            <a:normAutofit/>
          </a:bodyPr>
          <a:lstStyle/>
          <a:p>
            <a:pPr algn="l" defTabSz="914400">
              <a:lnSpc>
                <a:spcPct val="90000"/>
              </a:lnSpc>
            </a:pPr>
            <a:r>
              <a:rPr lang="en-US" sz="4100"/>
              <a:t>Create a GitHub Account</a:t>
            </a:r>
          </a:p>
        </p:txBody>
      </p:sp>
      <p:sp>
        <p:nvSpPr>
          <p:cNvPr id="17"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9369" y="1261158"/>
            <a:ext cx="8229600" cy="13716"/>
          </a:xfrm>
          <a:custGeom>
            <a:avLst/>
            <a:gdLst>
              <a:gd name="csX0" fmla="*/ 0 w 8229600"/>
              <a:gd name="csY0" fmla="*/ 0 h 13716"/>
              <a:gd name="csX1" fmla="*/ 521208 w 8229600"/>
              <a:gd name="csY1" fmla="*/ 0 h 13716"/>
              <a:gd name="csX2" fmla="*/ 1371600 w 8229600"/>
              <a:gd name="csY2" fmla="*/ 0 h 13716"/>
              <a:gd name="csX3" fmla="*/ 2221992 w 8229600"/>
              <a:gd name="csY3" fmla="*/ 0 h 13716"/>
              <a:gd name="csX4" fmla="*/ 3072384 w 8229600"/>
              <a:gd name="csY4" fmla="*/ 0 h 13716"/>
              <a:gd name="csX5" fmla="*/ 3511296 w 8229600"/>
              <a:gd name="csY5" fmla="*/ 0 h 13716"/>
              <a:gd name="csX6" fmla="*/ 4114800 w 8229600"/>
              <a:gd name="csY6" fmla="*/ 0 h 13716"/>
              <a:gd name="csX7" fmla="*/ 4553712 w 8229600"/>
              <a:gd name="csY7" fmla="*/ 0 h 13716"/>
              <a:gd name="csX8" fmla="*/ 5239512 w 8229600"/>
              <a:gd name="csY8" fmla="*/ 0 h 13716"/>
              <a:gd name="csX9" fmla="*/ 5843016 w 8229600"/>
              <a:gd name="csY9" fmla="*/ 0 h 13716"/>
              <a:gd name="csX10" fmla="*/ 6611112 w 8229600"/>
              <a:gd name="csY10" fmla="*/ 0 h 13716"/>
              <a:gd name="csX11" fmla="*/ 7461504 w 8229600"/>
              <a:gd name="csY11" fmla="*/ 0 h 13716"/>
              <a:gd name="csX12" fmla="*/ 8229600 w 8229600"/>
              <a:gd name="csY12" fmla="*/ 0 h 13716"/>
              <a:gd name="csX13" fmla="*/ 8229600 w 8229600"/>
              <a:gd name="csY13" fmla="*/ 13716 h 13716"/>
              <a:gd name="csX14" fmla="*/ 7461504 w 8229600"/>
              <a:gd name="csY14" fmla="*/ 13716 h 13716"/>
              <a:gd name="csX15" fmla="*/ 6940296 w 8229600"/>
              <a:gd name="csY15" fmla="*/ 13716 h 13716"/>
              <a:gd name="csX16" fmla="*/ 6419088 w 8229600"/>
              <a:gd name="csY16" fmla="*/ 13716 h 13716"/>
              <a:gd name="csX17" fmla="*/ 5650992 w 8229600"/>
              <a:gd name="csY17" fmla="*/ 13716 h 13716"/>
              <a:gd name="csX18" fmla="*/ 5129784 w 8229600"/>
              <a:gd name="csY18" fmla="*/ 13716 h 13716"/>
              <a:gd name="csX19" fmla="*/ 4690872 w 8229600"/>
              <a:gd name="csY19" fmla="*/ 13716 h 13716"/>
              <a:gd name="csX20" fmla="*/ 4087368 w 8229600"/>
              <a:gd name="csY20" fmla="*/ 13716 h 13716"/>
              <a:gd name="csX21" fmla="*/ 3401568 w 8229600"/>
              <a:gd name="csY21" fmla="*/ 13716 h 13716"/>
              <a:gd name="csX22" fmla="*/ 2798064 w 8229600"/>
              <a:gd name="csY22" fmla="*/ 13716 h 13716"/>
              <a:gd name="csX23" fmla="*/ 2276856 w 8229600"/>
              <a:gd name="csY23" fmla="*/ 13716 h 13716"/>
              <a:gd name="csX24" fmla="*/ 1426464 w 8229600"/>
              <a:gd name="csY24" fmla="*/ 13716 h 13716"/>
              <a:gd name="csX25" fmla="*/ 740664 w 8229600"/>
              <a:gd name="csY25" fmla="*/ 13716 h 13716"/>
              <a:gd name="csX26" fmla="*/ 0 w 8229600"/>
              <a:gd name="csY26" fmla="*/ 13716 h 13716"/>
              <a:gd name="csX27" fmla="*/ 0 w 8229600"/>
              <a:gd name="csY27"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8229600" h="13716" fill="none" extrusionOk="0">
                <a:moveTo>
                  <a:pt x="0" y="0"/>
                </a:moveTo>
                <a:cubicBezTo>
                  <a:pt x="227594" y="-4267"/>
                  <a:pt x="329693" y="13251"/>
                  <a:pt x="521208" y="0"/>
                </a:cubicBezTo>
                <a:cubicBezTo>
                  <a:pt x="712723" y="-13251"/>
                  <a:pt x="1137373" y="-13618"/>
                  <a:pt x="1371600" y="0"/>
                </a:cubicBezTo>
                <a:cubicBezTo>
                  <a:pt x="1605827" y="13618"/>
                  <a:pt x="1975382" y="-27374"/>
                  <a:pt x="2221992" y="0"/>
                </a:cubicBezTo>
                <a:cubicBezTo>
                  <a:pt x="2468602" y="27374"/>
                  <a:pt x="2863316" y="-20517"/>
                  <a:pt x="3072384" y="0"/>
                </a:cubicBezTo>
                <a:cubicBezTo>
                  <a:pt x="3281452" y="20517"/>
                  <a:pt x="3331438" y="10793"/>
                  <a:pt x="3511296" y="0"/>
                </a:cubicBezTo>
                <a:cubicBezTo>
                  <a:pt x="3691154" y="-10793"/>
                  <a:pt x="3906405" y="-29737"/>
                  <a:pt x="4114800" y="0"/>
                </a:cubicBezTo>
                <a:cubicBezTo>
                  <a:pt x="4323195" y="29737"/>
                  <a:pt x="4428852" y="-2234"/>
                  <a:pt x="4553712" y="0"/>
                </a:cubicBezTo>
                <a:cubicBezTo>
                  <a:pt x="4678572" y="2234"/>
                  <a:pt x="5065629" y="29368"/>
                  <a:pt x="5239512" y="0"/>
                </a:cubicBezTo>
                <a:cubicBezTo>
                  <a:pt x="5413395" y="-29368"/>
                  <a:pt x="5703888" y="11839"/>
                  <a:pt x="5843016" y="0"/>
                </a:cubicBezTo>
                <a:cubicBezTo>
                  <a:pt x="5982144" y="-11839"/>
                  <a:pt x="6260765" y="24719"/>
                  <a:pt x="6611112" y="0"/>
                </a:cubicBezTo>
                <a:cubicBezTo>
                  <a:pt x="6961459" y="-24719"/>
                  <a:pt x="7228293" y="32959"/>
                  <a:pt x="7461504" y="0"/>
                </a:cubicBezTo>
                <a:cubicBezTo>
                  <a:pt x="7694715" y="-32959"/>
                  <a:pt x="7990029" y="-3422"/>
                  <a:pt x="8229600" y="0"/>
                </a:cubicBezTo>
                <a:cubicBezTo>
                  <a:pt x="8229169" y="6566"/>
                  <a:pt x="8229218" y="9895"/>
                  <a:pt x="8229600" y="13716"/>
                </a:cubicBezTo>
                <a:cubicBezTo>
                  <a:pt x="7940706" y="-13865"/>
                  <a:pt x="7792584" y="-20581"/>
                  <a:pt x="7461504" y="13716"/>
                </a:cubicBezTo>
                <a:cubicBezTo>
                  <a:pt x="7130424" y="48013"/>
                  <a:pt x="7080072" y="39273"/>
                  <a:pt x="6940296" y="13716"/>
                </a:cubicBezTo>
                <a:cubicBezTo>
                  <a:pt x="6800520" y="-11841"/>
                  <a:pt x="6672872" y="22099"/>
                  <a:pt x="6419088" y="13716"/>
                </a:cubicBezTo>
                <a:cubicBezTo>
                  <a:pt x="6165304" y="5333"/>
                  <a:pt x="5869721" y="415"/>
                  <a:pt x="5650992" y="13716"/>
                </a:cubicBezTo>
                <a:cubicBezTo>
                  <a:pt x="5432263" y="27017"/>
                  <a:pt x="5308310" y="-1549"/>
                  <a:pt x="5129784" y="13716"/>
                </a:cubicBezTo>
                <a:cubicBezTo>
                  <a:pt x="4951258" y="28981"/>
                  <a:pt x="4799696" y="10785"/>
                  <a:pt x="4690872" y="13716"/>
                </a:cubicBezTo>
                <a:cubicBezTo>
                  <a:pt x="4582048" y="16647"/>
                  <a:pt x="4311124" y="-12408"/>
                  <a:pt x="4087368" y="13716"/>
                </a:cubicBezTo>
                <a:cubicBezTo>
                  <a:pt x="3863612" y="39840"/>
                  <a:pt x="3730288" y="8802"/>
                  <a:pt x="3401568" y="13716"/>
                </a:cubicBezTo>
                <a:cubicBezTo>
                  <a:pt x="3072848" y="18630"/>
                  <a:pt x="3020684" y="27853"/>
                  <a:pt x="2798064" y="13716"/>
                </a:cubicBezTo>
                <a:cubicBezTo>
                  <a:pt x="2575444" y="-421"/>
                  <a:pt x="2440915" y="-11924"/>
                  <a:pt x="2276856" y="13716"/>
                </a:cubicBezTo>
                <a:cubicBezTo>
                  <a:pt x="2112797" y="39356"/>
                  <a:pt x="1726502" y="-14132"/>
                  <a:pt x="1426464" y="13716"/>
                </a:cubicBezTo>
                <a:cubicBezTo>
                  <a:pt x="1126426" y="41564"/>
                  <a:pt x="992925" y="16444"/>
                  <a:pt x="740664" y="13716"/>
                </a:cubicBezTo>
                <a:cubicBezTo>
                  <a:pt x="488403" y="10988"/>
                  <a:pt x="195650" y="-20633"/>
                  <a:pt x="0" y="13716"/>
                </a:cubicBezTo>
                <a:cubicBezTo>
                  <a:pt x="120" y="8944"/>
                  <a:pt x="-32" y="6034"/>
                  <a:pt x="0" y="0"/>
                </a:cubicBezTo>
                <a:close/>
              </a:path>
              <a:path w="8229600" h="13716" stroke="0" extrusionOk="0">
                <a:moveTo>
                  <a:pt x="0" y="0"/>
                </a:moveTo>
                <a:cubicBezTo>
                  <a:pt x="259263" y="-9445"/>
                  <a:pt x="404731" y="4427"/>
                  <a:pt x="521208" y="0"/>
                </a:cubicBezTo>
                <a:cubicBezTo>
                  <a:pt x="637685" y="-4427"/>
                  <a:pt x="839187" y="564"/>
                  <a:pt x="960120" y="0"/>
                </a:cubicBezTo>
                <a:cubicBezTo>
                  <a:pt x="1081053" y="-564"/>
                  <a:pt x="1313469" y="-16481"/>
                  <a:pt x="1481328" y="0"/>
                </a:cubicBezTo>
                <a:cubicBezTo>
                  <a:pt x="1649187" y="16481"/>
                  <a:pt x="1885247" y="26161"/>
                  <a:pt x="2167128" y="0"/>
                </a:cubicBezTo>
                <a:cubicBezTo>
                  <a:pt x="2449009" y="-26161"/>
                  <a:pt x="2761875" y="-22202"/>
                  <a:pt x="2935224" y="0"/>
                </a:cubicBezTo>
                <a:cubicBezTo>
                  <a:pt x="3108573" y="22202"/>
                  <a:pt x="3540687" y="-2863"/>
                  <a:pt x="3785616" y="0"/>
                </a:cubicBezTo>
                <a:cubicBezTo>
                  <a:pt x="4030545" y="2863"/>
                  <a:pt x="4280774" y="-12442"/>
                  <a:pt x="4636008" y="0"/>
                </a:cubicBezTo>
                <a:cubicBezTo>
                  <a:pt x="4991242" y="12442"/>
                  <a:pt x="5025483" y="16914"/>
                  <a:pt x="5239512" y="0"/>
                </a:cubicBezTo>
                <a:cubicBezTo>
                  <a:pt x="5453541" y="-16914"/>
                  <a:pt x="5754008" y="16592"/>
                  <a:pt x="6007608" y="0"/>
                </a:cubicBezTo>
                <a:cubicBezTo>
                  <a:pt x="6261208" y="-16592"/>
                  <a:pt x="6407957" y="-11909"/>
                  <a:pt x="6693408" y="0"/>
                </a:cubicBezTo>
                <a:cubicBezTo>
                  <a:pt x="6978859" y="11909"/>
                  <a:pt x="7015437" y="-20890"/>
                  <a:pt x="7296912" y="0"/>
                </a:cubicBezTo>
                <a:cubicBezTo>
                  <a:pt x="7578387" y="20890"/>
                  <a:pt x="7859622" y="46406"/>
                  <a:pt x="8229600" y="0"/>
                </a:cubicBezTo>
                <a:cubicBezTo>
                  <a:pt x="8229365" y="6754"/>
                  <a:pt x="8229865" y="9234"/>
                  <a:pt x="8229600" y="13716"/>
                </a:cubicBezTo>
                <a:cubicBezTo>
                  <a:pt x="8075287" y="30482"/>
                  <a:pt x="7821366" y="17278"/>
                  <a:pt x="7626096" y="13716"/>
                </a:cubicBezTo>
                <a:cubicBezTo>
                  <a:pt x="7430826" y="10154"/>
                  <a:pt x="7320004" y="-14241"/>
                  <a:pt x="7022592" y="13716"/>
                </a:cubicBezTo>
                <a:cubicBezTo>
                  <a:pt x="6725180" y="41673"/>
                  <a:pt x="6348804" y="-18597"/>
                  <a:pt x="6172200" y="13716"/>
                </a:cubicBezTo>
                <a:cubicBezTo>
                  <a:pt x="5995596" y="46029"/>
                  <a:pt x="5788102" y="18318"/>
                  <a:pt x="5650992" y="13716"/>
                </a:cubicBezTo>
                <a:cubicBezTo>
                  <a:pt x="5513882" y="9114"/>
                  <a:pt x="5198399" y="24549"/>
                  <a:pt x="4882896" y="13716"/>
                </a:cubicBezTo>
                <a:cubicBezTo>
                  <a:pt x="4567393" y="2883"/>
                  <a:pt x="4557008" y="22393"/>
                  <a:pt x="4443984" y="13716"/>
                </a:cubicBezTo>
                <a:cubicBezTo>
                  <a:pt x="4330960" y="5039"/>
                  <a:pt x="4061674" y="24319"/>
                  <a:pt x="3758184" y="13716"/>
                </a:cubicBezTo>
                <a:cubicBezTo>
                  <a:pt x="3454694" y="3113"/>
                  <a:pt x="3380392" y="14547"/>
                  <a:pt x="3236976" y="13716"/>
                </a:cubicBezTo>
                <a:cubicBezTo>
                  <a:pt x="3093560" y="12885"/>
                  <a:pt x="2632116" y="33035"/>
                  <a:pt x="2386584" y="13716"/>
                </a:cubicBezTo>
                <a:cubicBezTo>
                  <a:pt x="2141052" y="-5603"/>
                  <a:pt x="2110884" y="24205"/>
                  <a:pt x="1947672" y="13716"/>
                </a:cubicBezTo>
                <a:cubicBezTo>
                  <a:pt x="1784460" y="3227"/>
                  <a:pt x="1535467" y="-4111"/>
                  <a:pt x="1261872" y="13716"/>
                </a:cubicBezTo>
                <a:cubicBezTo>
                  <a:pt x="988277" y="31543"/>
                  <a:pt x="1021096" y="5803"/>
                  <a:pt x="822960" y="13716"/>
                </a:cubicBezTo>
                <a:cubicBezTo>
                  <a:pt x="624824" y="21629"/>
                  <a:pt x="298309" y="-3289"/>
                  <a:pt x="0" y="13716"/>
                </a:cubicBezTo>
                <a:cubicBezTo>
                  <a:pt x="52" y="10594"/>
                  <a:pt x="386" y="5364"/>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5CABD98-B951-87C6-98E7-B02D8D3881F4}"/>
              </a:ext>
            </a:extLst>
          </p:cNvPr>
          <p:cNvSpPr>
            <a:spLocks noGrp="1"/>
          </p:cNvSpPr>
          <p:nvPr>
            <p:ph sz="half" idx="1"/>
          </p:nvPr>
        </p:nvSpPr>
        <p:spPr>
          <a:xfrm>
            <a:off x="429369" y="1553487"/>
            <a:ext cx="5035164" cy="3089379"/>
          </a:xfrm>
        </p:spPr>
        <p:txBody>
          <a:bodyPr vert="horz" lIns="91440" tIns="45720" rIns="91440" bIns="45720" rtlCol="0" anchor="t">
            <a:normAutofit/>
          </a:bodyPr>
          <a:lstStyle/>
          <a:p>
            <a:pPr marL="0" indent="-228600" defTabSz="914400">
              <a:lnSpc>
                <a:spcPct val="90000"/>
              </a:lnSpc>
              <a:buFont typeface="Arial" panose="020B0604020202020204" pitchFamily="34" charset="0"/>
              <a:buChar char="•"/>
            </a:pPr>
            <a:r>
              <a:rPr lang="en-US" sz="1700" dirty="0">
                <a:hlinkClick r:id="rId2"/>
              </a:rPr>
              <a:t>https://github.com/</a:t>
            </a:r>
            <a:endParaRPr lang="en-US" sz="1700" dirty="0"/>
          </a:p>
          <a:p>
            <a:pPr marL="0" indent="-228600" defTabSz="914400">
              <a:lnSpc>
                <a:spcPct val="90000"/>
              </a:lnSpc>
              <a:buFont typeface="Arial" panose="020B0604020202020204" pitchFamily="34" charset="0"/>
              <a:buChar char="•"/>
            </a:pPr>
            <a:r>
              <a:rPr lang="en-US" sz="1700" dirty="0"/>
              <a:t>Sign up for an account</a:t>
            </a:r>
          </a:p>
          <a:p>
            <a:pPr marL="0" indent="-228600" defTabSz="914400">
              <a:lnSpc>
                <a:spcPct val="90000"/>
              </a:lnSpc>
              <a:buFont typeface="Arial" panose="020B0604020202020204" pitchFamily="34" charset="0"/>
              <a:buChar char="•"/>
            </a:pPr>
            <a:endParaRPr lang="en-US" sz="1700" dirty="0"/>
          </a:p>
          <a:p>
            <a:pPr marL="0" indent="-228600" defTabSz="914400">
              <a:lnSpc>
                <a:spcPct val="90000"/>
              </a:lnSpc>
              <a:buFont typeface="Arial" panose="020B0604020202020204" pitchFamily="34" charset="0"/>
              <a:buChar char="•"/>
            </a:pPr>
            <a:endParaRPr lang="en-US" sz="1700" dirty="0"/>
          </a:p>
          <a:p>
            <a:pPr marL="0" indent="-228600" defTabSz="914400">
              <a:lnSpc>
                <a:spcPct val="90000"/>
              </a:lnSpc>
              <a:buFont typeface="Arial" panose="020B0604020202020204" pitchFamily="34" charset="0"/>
              <a:buChar char="•"/>
            </a:pPr>
            <a:r>
              <a:rPr lang="en-US" sz="1700" dirty="0"/>
              <a:t>Fork on this repository</a:t>
            </a:r>
          </a:p>
          <a:p>
            <a:pPr marL="0" indent="-228600" defTabSz="914400">
              <a:lnSpc>
                <a:spcPct val="90000"/>
              </a:lnSpc>
              <a:buFont typeface="Arial" panose="020B0604020202020204" pitchFamily="34" charset="0"/>
              <a:buChar char="•"/>
            </a:pPr>
            <a:r>
              <a:rPr lang="en-US" sz="1700" dirty="0"/>
              <a:t>Clone the fork to GitHub Desktop</a:t>
            </a:r>
          </a:p>
          <a:p>
            <a:pPr marL="0" indent="-228600" defTabSz="914400">
              <a:lnSpc>
                <a:spcPct val="90000"/>
              </a:lnSpc>
              <a:buFont typeface="Arial" panose="020B0604020202020204" pitchFamily="34" charset="0"/>
              <a:buChar char="•"/>
            </a:pPr>
            <a:r>
              <a:rPr lang="en-US" sz="1700" dirty="0"/>
              <a:t>Work </a:t>
            </a:r>
          </a:p>
          <a:p>
            <a:pPr marL="0" indent="-228600" defTabSz="914400">
              <a:lnSpc>
                <a:spcPct val="90000"/>
              </a:lnSpc>
              <a:buFont typeface="Arial" panose="020B0604020202020204" pitchFamily="34" charset="0"/>
              <a:buChar char="•"/>
            </a:pPr>
            <a:r>
              <a:rPr lang="en-US" sz="1700" dirty="0"/>
              <a:t>Commit and Push</a:t>
            </a:r>
          </a:p>
        </p:txBody>
      </p:sp>
      <p:pic>
        <p:nvPicPr>
          <p:cNvPr id="10" name="Content Placeholder 9">
            <a:extLst>
              <a:ext uri="{FF2B5EF4-FFF2-40B4-BE49-F238E27FC236}">
                <a16:creationId xmlns:a16="http://schemas.microsoft.com/office/drawing/2014/main" id="{84065BAC-4F68-E62D-8185-D108F3842589}"/>
              </a:ext>
            </a:extLst>
          </p:cNvPr>
          <p:cNvPicPr>
            <a:picLocks noGrp="1" noChangeAspect="1"/>
          </p:cNvPicPr>
          <p:nvPr>
            <p:ph sz="half" idx="2"/>
          </p:nvPr>
        </p:nvPicPr>
        <p:blipFill>
          <a:blip r:embed="rId3"/>
          <a:srcRect l="570" r="3225" b="1"/>
          <a:stretch>
            <a:fillRect/>
          </a:stretch>
        </p:blipFill>
        <p:spPr>
          <a:xfrm>
            <a:off x="5756743" y="1570482"/>
            <a:ext cx="2955798" cy="3072384"/>
          </a:xfrm>
          <a:prstGeom prst="rect">
            <a:avLst/>
          </a:prstGeom>
        </p:spPr>
      </p:pic>
    </p:spTree>
    <p:extLst>
      <p:ext uri="{BB962C8B-B14F-4D97-AF65-F5344CB8AC3E}">
        <p14:creationId xmlns:p14="http://schemas.microsoft.com/office/powerpoint/2010/main" val="15169171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C953A29-A163-DB02-5D6B-FF5CB73A1B54}"/>
            </a:ext>
          </a:extLst>
        </p:cNvPr>
        <p:cNvGrpSpPr/>
        <p:nvPr/>
      </p:nvGrpSpPr>
      <p:grpSpPr>
        <a:xfrm>
          <a:off x="0" y="0"/>
          <a:ext cx="0" cy="0"/>
          <a:chOff x="0" y="0"/>
          <a:chExt cx="0" cy="0"/>
        </a:xfrm>
      </p:grpSpPr>
      <p:sp useBgFill="1">
        <p:nvSpPr>
          <p:cNvPr id="2065" name="Rectangle 2064">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25118CA-0D11-6A8F-14B8-EAC3163C88FA}"/>
              </a:ext>
            </a:extLst>
          </p:cNvPr>
          <p:cNvSpPr>
            <a:spLocks noGrp="1"/>
          </p:cNvSpPr>
          <p:nvPr>
            <p:ph type="title"/>
          </p:nvPr>
        </p:nvSpPr>
        <p:spPr>
          <a:xfrm>
            <a:off x="473202" y="480060"/>
            <a:ext cx="3614166" cy="1110996"/>
          </a:xfrm>
        </p:spPr>
        <p:txBody>
          <a:bodyPr vert="horz" lIns="91440" tIns="45720" rIns="91440" bIns="45720" rtlCol="0" anchor="b">
            <a:normAutofit/>
          </a:bodyPr>
          <a:lstStyle/>
          <a:p>
            <a:pPr algn="l" defTabSz="914400">
              <a:lnSpc>
                <a:spcPct val="90000"/>
              </a:lnSpc>
            </a:pPr>
            <a:r>
              <a:rPr lang="en-US" sz="3800" kern="1200">
                <a:solidFill>
                  <a:schemeClr val="tx1"/>
                </a:solidFill>
                <a:latin typeface="+mj-lt"/>
                <a:ea typeface="+mj-ea"/>
                <a:cs typeface="+mj-cs"/>
              </a:rPr>
              <a:t>GitHub Workflow</a:t>
            </a:r>
          </a:p>
        </p:txBody>
      </p:sp>
      <p:sp>
        <p:nvSpPr>
          <p:cNvPr id="2067"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2458" y="1779651"/>
            <a:ext cx="2441321" cy="13716"/>
          </a:xfrm>
          <a:custGeom>
            <a:avLst/>
            <a:gdLst>
              <a:gd name="csX0" fmla="*/ 0 w 2441321"/>
              <a:gd name="csY0" fmla="*/ 0 h 13716"/>
              <a:gd name="csX1" fmla="*/ 585917 w 2441321"/>
              <a:gd name="csY1" fmla="*/ 0 h 13716"/>
              <a:gd name="csX2" fmla="*/ 1196247 w 2441321"/>
              <a:gd name="csY2" fmla="*/ 0 h 13716"/>
              <a:gd name="csX3" fmla="*/ 1806578 w 2441321"/>
              <a:gd name="csY3" fmla="*/ 0 h 13716"/>
              <a:gd name="csX4" fmla="*/ 2441321 w 2441321"/>
              <a:gd name="csY4" fmla="*/ 0 h 13716"/>
              <a:gd name="csX5" fmla="*/ 2441321 w 2441321"/>
              <a:gd name="csY5" fmla="*/ 13716 h 13716"/>
              <a:gd name="csX6" fmla="*/ 1830991 w 2441321"/>
              <a:gd name="csY6" fmla="*/ 13716 h 13716"/>
              <a:gd name="csX7" fmla="*/ 1269487 w 2441321"/>
              <a:gd name="csY7" fmla="*/ 13716 h 13716"/>
              <a:gd name="csX8" fmla="*/ 707983 w 2441321"/>
              <a:gd name="csY8" fmla="*/ 13716 h 13716"/>
              <a:gd name="csX9" fmla="*/ 0 w 2441321"/>
              <a:gd name="csY9" fmla="*/ 13716 h 13716"/>
              <a:gd name="csX10" fmla="*/ 0 w 2441321"/>
              <a:gd name="csY10"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441321" h="13716" fill="none" extrusionOk="0">
                <a:moveTo>
                  <a:pt x="0" y="0"/>
                </a:moveTo>
                <a:cubicBezTo>
                  <a:pt x="273217" y="-17533"/>
                  <a:pt x="355785" y="-4171"/>
                  <a:pt x="585917" y="0"/>
                </a:cubicBezTo>
                <a:cubicBezTo>
                  <a:pt x="816049" y="4171"/>
                  <a:pt x="991446" y="-9419"/>
                  <a:pt x="1196247" y="0"/>
                </a:cubicBezTo>
                <a:cubicBezTo>
                  <a:pt x="1401048" y="9419"/>
                  <a:pt x="1589984" y="-731"/>
                  <a:pt x="1806578" y="0"/>
                </a:cubicBezTo>
                <a:cubicBezTo>
                  <a:pt x="2023172" y="731"/>
                  <a:pt x="2247754" y="8393"/>
                  <a:pt x="2441321" y="0"/>
                </a:cubicBezTo>
                <a:cubicBezTo>
                  <a:pt x="2440939" y="4363"/>
                  <a:pt x="2441580" y="8857"/>
                  <a:pt x="2441321" y="13716"/>
                </a:cubicBezTo>
                <a:cubicBezTo>
                  <a:pt x="2169723" y="25934"/>
                  <a:pt x="2045712" y="34568"/>
                  <a:pt x="1830991" y="13716"/>
                </a:cubicBezTo>
                <a:cubicBezTo>
                  <a:pt x="1616270" y="-7136"/>
                  <a:pt x="1505876" y="-623"/>
                  <a:pt x="1269487" y="13716"/>
                </a:cubicBezTo>
                <a:cubicBezTo>
                  <a:pt x="1033098" y="28055"/>
                  <a:pt x="908661" y="36619"/>
                  <a:pt x="707983" y="13716"/>
                </a:cubicBezTo>
                <a:cubicBezTo>
                  <a:pt x="507305" y="-9187"/>
                  <a:pt x="333592" y="16187"/>
                  <a:pt x="0" y="13716"/>
                </a:cubicBezTo>
                <a:cubicBezTo>
                  <a:pt x="-459" y="8317"/>
                  <a:pt x="190" y="2744"/>
                  <a:pt x="0" y="0"/>
                </a:cubicBezTo>
                <a:close/>
              </a:path>
              <a:path w="2441321" h="13716" stroke="0" extrusionOk="0">
                <a:moveTo>
                  <a:pt x="0" y="0"/>
                </a:moveTo>
                <a:cubicBezTo>
                  <a:pt x="207071" y="-14617"/>
                  <a:pt x="444194" y="-15606"/>
                  <a:pt x="585917" y="0"/>
                </a:cubicBezTo>
                <a:cubicBezTo>
                  <a:pt x="727640" y="15606"/>
                  <a:pt x="904326" y="-79"/>
                  <a:pt x="1123008" y="0"/>
                </a:cubicBezTo>
                <a:cubicBezTo>
                  <a:pt x="1341690" y="79"/>
                  <a:pt x="1600014" y="10401"/>
                  <a:pt x="1782164" y="0"/>
                </a:cubicBezTo>
                <a:cubicBezTo>
                  <a:pt x="1964314" y="-10401"/>
                  <a:pt x="2143537" y="-21488"/>
                  <a:pt x="2441321" y="0"/>
                </a:cubicBezTo>
                <a:cubicBezTo>
                  <a:pt x="2441507" y="3335"/>
                  <a:pt x="2441322" y="9457"/>
                  <a:pt x="2441321" y="13716"/>
                </a:cubicBezTo>
                <a:cubicBezTo>
                  <a:pt x="2166745" y="24201"/>
                  <a:pt x="2078726" y="10904"/>
                  <a:pt x="1879817" y="13716"/>
                </a:cubicBezTo>
                <a:cubicBezTo>
                  <a:pt x="1680908" y="16528"/>
                  <a:pt x="1548770" y="-8699"/>
                  <a:pt x="1318313" y="13716"/>
                </a:cubicBezTo>
                <a:cubicBezTo>
                  <a:pt x="1087856" y="36131"/>
                  <a:pt x="894613" y="-645"/>
                  <a:pt x="659157" y="13716"/>
                </a:cubicBezTo>
                <a:cubicBezTo>
                  <a:pt x="423701" y="28077"/>
                  <a:pt x="246611" y="29403"/>
                  <a:pt x="0" y="13716"/>
                </a:cubicBezTo>
                <a:cubicBezTo>
                  <a:pt x="-120" y="7867"/>
                  <a:pt x="674" y="3919"/>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D8203C8-3BB9-B145-5B6E-01A70AC09AD1}"/>
              </a:ext>
            </a:extLst>
          </p:cNvPr>
          <p:cNvSpPr>
            <a:spLocks noGrp="1"/>
          </p:cNvSpPr>
          <p:nvPr>
            <p:ph sz="half" idx="1"/>
          </p:nvPr>
        </p:nvSpPr>
        <p:spPr>
          <a:xfrm>
            <a:off x="473202" y="1995678"/>
            <a:ext cx="3614166" cy="2660904"/>
          </a:xfrm>
        </p:spPr>
        <p:txBody>
          <a:bodyPr vert="horz" lIns="91440" tIns="45720" rIns="91440" bIns="45720" rtlCol="0" anchor="t">
            <a:normAutofit/>
          </a:bodyPr>
          <a:lstStyle/>
          <a:p>
            <a:pPr indent="-228600" defTabSz="914400">
              <a:lnSpc>
                <a:spcPct val="90000"/>
              </a:lnSpc>
              <a:buFont typeface="Arial" panose="020B0604020202020204" pitchFamily="34" charset="0"/>
              <a:buChar char="•"/>
            </a:pPr>
            <a:r>
              <a:rPr lang="en-US" sz="1400" dirty="0"/>
              <a:t>Remote Repository (folder) on GitHub</a:t>
            </a:r>
          </a:p>
          <a:p>
            <a:pPr lvl="1" indent="-228600" defTabSz="914400">
              <a:lnSpc>
                <a:spcPct val="90000"/>
              </a:lnSpc>
              <a:buFont typeface="Arial" panose="020B0604020202020204" pitchFamily="34" charset="0"/>
              <a:buChar char="•"/>
            </a:pPr>
            <a:r>
              <a:rPr lang="en-US" sz="1100" dirty="0"/>
              <a:t>Stores project online</a:t>
            </a:r>
          </a:p>
          <a:p>
            <a:pPr lvl="1" indent="-228600" defTabSz="914400">
              <a:lnSpc>
                <a:spcPct val="90000"/>
              </a:lnSpc>
              <a:buFont typeface="Arial" panose="020B0604020202020204" pitchFamily="34" charset="0"/>
              <a:buChar char="•"/>
            </a:pPr>
            <a:r>
              <a:rPr lang="en-US" sz="1100" dirty="0"/>
              <a:t>Tracks changes</a:t>
            </a:r>
          </a:p>
          <a:p>
            <a:pPr lvl="1" indent="-228600" defTabSz="914400">
              <a:lnSpc>
                <a:spcPct val="90000"/>
              </a:lnSpc>
              <a:buFont typeface="Arial" panose="020B0604020202020204" pitchFamily="34" charset="0"/>
              <a:buChar char="•"/>
            </a:pPr>
            <a:r>
              <a:rPr lang="en-US" sz="1100" dirty="0"/>
              <a:t>Allows collaboration</a:t>
            </a:r>
          </a:p>
          <a:p>
            <a:pPr lvl="1" indent="-228600" defTabSz="914400">
              <a:lnSpc>
                <a:spcPct val="90000"/>
              </a:lnSpc>
              <a:buFont typeface="Arial" panose="020B0604020202020204" pitchFamily="34" charset="0"/>
              <a:buChar char="•"/>
            </a:pPr>
            <a:r>
              <a:rPr lang="en-US" sz="1100" dirty="0"/>
              <a:t>Pull changes from here</a:t>
            </a:r>
          </a:p>
          <a:p>
            <a:pPr lvl="1" indent="-228600" defTabSz="914400">
              <a:lnSpc>
                <a:spcPct val="90000"/>
              </a:lnSpc>
              <a:buFont typeface="Arial" panose="020B0604020202020204" pitchFamily="34" charset="0"/>
              <a:buChar char="•"/>
            </a:pPr>
            <a:r>
              <a:rPr lang="en-US" sz="1100" dirty="0"/>
              <a:t>Push changes to here</a:t>
            </a:r>
          </a:p>
          <a:p>
            <a:pPr indent="-228600" defTabSz="914400">
              <a:lnSpc>
                <a:spcPct val="90000"/>
              </a:lnSpc>
              <a:buFont typeface="Arial" panose="020B0604020202020204" pitchFamily="34" charset="0"/>
              <a:buChar char="•"/>
            </a:pPr>
            <a:r>
              <a:rPr lang="en-US" sz="1400" dirty="0"/>
              <a:t>Local Repository (folder)</a:t>
            </a:r>
          </a:p>
          <a:p>
            <a:pPr lvl="1" indent="-228600" defTabSz="914400">
              <a:lnSpc>
                <a:spcPct val="90000"/>
              </a:lnSpc>
              <a:buFont typeface="Arial" panose="020B0604020202020204" pitchFamily="34" charset="0"/>
              <a:buChar char="•"/>
            </a:pPr>
            <a:r>
              <a:rPr lang="en-US" sz="1100" dirty="0"/>
              <a:t>Clone GitHub repository</a:t>
            </a:r>
          </a:p>
          <a:p>
            <a:pPr lvl="1" indent="-228600" defTabSz="914400">
              <a:lnSpc>
                <a:spcPct val="90000"/>
              </a:lnSpc>
              <a:buFont typeface="Arial" panose="020B0604020202020204" pitchFamily="34" charset="0"/>
              <a:buChar char="•"/>
            </a:pPr>
            <a:r>
              <a:rPr lang="en-US" sz="1100" dirty="0"/>
              <a:t>Stores project locally</a:t>
            </a:r>
          </a:p>
          <a:p>
            <a:pPr lvl="1" indent="-228600" defTabSz="914400">
              <a:lnSpc>
                <a:spcPct val="90000"/>
              </a:lnSpc>
              <a:buFont typeface="Arial" panose="020B0604020202020204" pitchFamily="34" charset="0"/>
              <a:buChar char="•"/>
            </a:pPr>
            <a:r>
              <a:rPr lang="en-US" sz="1100" dirty="0"/>
              <a:t>Commit local changes</a:t>
            </a:r>
          </a:p>
          <a:p>
            <a:pPr lvl="1" indent="-228600" defTabSz="914400">
              <a:lnSpc>
                <a:spcPct val="90000"/>
              </a:lnSpc>
              <a:buFont typeface="Arial" panose="020B0604020202020204" pitchFamily="34" charset="0"/>
              <a:buChar char="•"/>
            </a:pPr>
            <a:r>
              <a:rPr lang="en-US" sz="1100" dirty="0"/>
              <a:t>Push changes from here</a:t>
            </a:r>
          </a:p>
          <a:p>
            <a:pPr lvl="1" indent="-228600" defTabSz="914400">
              <a:lnSpc>
                <a:spcPct val="90000"/>
              </a:lnSpc>
              <a:buFont typeface="Arial" panose="020B0604020202020204" pitchFamily="34" charset="0"/>
              <a:buChar char="•"/>
            </a:pPr>
            <a:r>
              <a:rPr lang="en-US" sz="1100" dirty="0"/>
              <a:t>Pull changes to here</a:t>
            </a:r>
          </a:p>
          <a:p>
            <a:pPr lvl="1" indent="-228600" defTabSz="914400">
              <a:lnSpc>
                <a:spcPct val="90000"/>
              </a:lnSpc>
              <a:buFont typeface="Arial" panose="020B0604020202020204" pitchFamily="34" charset="0"/>
              <a:buChar char="•"/>
            </a:pPr>
            <a:endParaRPr lang="en-US" sz="1100" dirty="0"/>
          </a:p>
        </p:txBody>
      </p:sp>
      <p:pic>
        <p:nvPicPr>
          <p:cNvPr id="7" name="Content Placeholder 6">
            <a:extLst>
              <a:ext uri="{FF2B5EF4-FFF2-40B4-BE49-F238E27FC236}">
                <a16:creationId xmlns:a16="http://schemas.microsoft.com/office/drawing/2014/main" id="{DE384CC3-5049-D7BC-F0CE-16273C593473}"/>
              </a:ext>
            </a:extLst>
          </p:cNvPr>
          <p:cNvPicPr>
            <a:picLocks noGrp="1" noChangeAspect="1"/>
          </p:cNvPicPr>
          <p:nvPr>
            <p:ph sz="half" idx="2"/>
          </p:nvPr>
        </p:nvPicPr>
        <p:blipFill>
          <a:blip r:embed="rId2">
            <a:extLst>
              <a:ext uri="{837473B0-CC2E-450A-ABE3-18F120FF3D39}">
                <a1611:picAttrSrcUrl xmlns:a1611="http://schemas.microsoft.com/office/drawing/2016/11/main" r:id="rId3"/>
              </a:ext>
            </a:extLst>
          </a:blip>
          <a:stretch>
            <a:fillRect/>
          </a:stretch>
        </p:blipFill>
        <p:spPr>
          <a:xfrm>
            <a:off x="4574286" y="1977878"/>
            <a:ext cx="4094226" cy="1187744"/>
          </a:xfrm>
          <a:prstGeom prst="rect">
            <a:avLst/>
          </a:prstGeom>
        </p:spPr>
      </p:pic>
      <p:sp>
        <p:nvSpPr>
          <p:cNvPr id="8" name="TextBox 7">
            <a:extLst>
              <a:ext uri="{FF2B5EF4-FFF2-40B4-BE49-F238E27FC236}">
                <a16:creationId xmlns:a16="http://schemas.microsoft.com/office/drawing/2014/main" id="{026C6562-6B6A-5D0D-D278-68C3CEF3B55A}"/>
              </a:ext>
            </a:extLst>
          </p:cNvPr>
          <p:cNvSpPr txBox="1"/>
          <p:nvPr/>
        </p:nvSpPr>
        <p:spPr>
          <a:xfrm>
            <a:off x="6228421" y="3324210"/>
            <a:ext cx="2440091" cy="200055"/>
          </a:xfrm>
          <a:prstGeom prst="rect">
            <a:avLst/>
          </a:prstGeom>
          <a:solidFill>
            <a:srgbClr val="000000"/>
          </a:solidFill>
        </p:spPr>
        <p:txBody>
          <a:bodyPr wrap="none" rtlCol="0">
            <a:spAutoFit/>
          </a:bodyPr>
          <a:lstStyle/>
          <a:p>
            <a:pPr algn="r">
              <a:spcAft>
                <a:spcPts val="600"/>
              </a:spcAft>
            </a:pPr>
            <a:r>
              <a:rPr lang="en-US" sz="700" dirty="0">
                <a:solidFill>
                  <a:srgbClr val="FFFFFF"/>
                </a:solidFill>
                <a:hlinkClick r:id="rId3" tooltip="https://singularitykchen.github.io/blog/2019/12/15/2019-12-09-15-weekly-review/">
                  <a:extLst>
                    <a:ext uri="{A12FA001-AC4F-418D-AE19-62706E023703}">
                      <ahyp:hlinkClr xmlns:ahyp="http://schemas.microsoft.com/office/drawing/2018/hyperlinkcolor" val="tx"/>
                    </a:ext>
                  </a:extLst>
                </a:hlinkClick>
              </a:rPr>
              <a:t>This Photo</a:t>
            </a:r>
            <a:r>
              <a:rPr lang="en-US" sz="700" dirty="0">
                <a:solidFill>
                  <a:srgbClr val="FFFFFF"/>
                </a:solidFill>
              </a:rPr>
              <a:t> by Unknown Author is licensed under </a:t>
            </a:r>
            <a:r>
              <a:rPr lang="en-US" sz="700" dirty="0">
                <a:solidFill>
                  <a:srgbClr val="FFFFFF"/>
                </a:solidFill>
                <a:hlinkClick r:id="rId4" tooltip="https://creativecommons.org/licenses/by-nc-sa/3.0/">
                  <a:extLst>
                    <a:ext uri="{A12FA001-AC4F-418D-AE19-62706E023703}">
                      <ahyp:hlinkClr xmlns:ahyp="http://schemas.microsoft.com/office/drawing/2018/hyperlinkcolor" val="tx"/>
                    </a:ext>
                  </a:extLst>
                </a:hlinkClick>
              </a:rPr>
              <a:t>CC BY-SA-NC</a:t>
            </a:r>
            <a:endParaRPr lang="en-US" sz="700" dirty="0">
              <a:solidFill>
                <a:srgbClr val="FFFFFF"/>
              </a:solidFill>
            </a:endParaRPr>
          </a:p>
        </p:txBody>
      </p:sp>
    </p:spTree>
    <p:extLst>
      <p:ext uri="{BB962C8B-B14F-4D97-AF65-F5344CB8AC3E}">
        <p14:creationId xmlns:p14="http://schemas.microsoft.com/office/powerpoint/2010/main" val="42428249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8650" y="273843"/>
            <a:ext cx="7886700" cy="994173"/>
          </a:xfrm>
        </p:spPr>
        <p:txBody>
          <a:bodyPr>
            <a:normAutofit/>
          </a:bodyPr>
          <a:lstStyle/>
          <a:p>
            <a:pPr marL="0" lvl="0" indent="0">
              <a:buNone/>
            </a:pPr>
            <a:r>
              <a:rPr lang="en-US" sz="4100"/>
              <a:t>What is R?</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1777" y="1258029"/>
            <a:ext cx="8140446" cy="13716"/>
          </a:xfrm>
          <a:custGeom>
            <a:avLst/>
            <a:gdLst>
              <a:gd name="csX0" fmla="*/ 0 w 8140446"/>
              <a:gd name="csY0" fmla="*/ 0 h 13716"/>
              <a:gd name="csX1" fmla="*/ 434157 w 8140446"/>
              <a:gd name="csY1" fmla="*/ 0 h 13716"/>
              <a:gd name="csX2" fmla="*/ 1193932 w 8140446"/>
              <a:gd name="csY2" fmla="*/ 0 h 13716"/>
              <a:gd name="csX3" fmla="*/ 1628089 w 8140446"/>
              <a:gd name="csY3" fmla="*/ 0 h 13716"/>
              <a:gd name="csX4" fmla="*/ 2225055 w 8140446"/>
              <a:gd name="csY4" fmla="*/ 0 h 13716"/>
              <a:gd name="csX5" fmla="*/ 3066235 w 8140446"/>
              <a:gd name="csY5" fmla="*/ 0 h 13716"/>
              <a:gd name="csX6" fmla="*/ 3744605 w 8140446"/>
              <a:gd name="csY6" fmla="*/ 0 h 13716"/>
              <a:gd name="csX7" fmla="*/ 4504380 w 8140446"/>
              <a:gd name="csY7" fmla="*/ 0 h 13716"/>
              <a:gd name="csX8" fmla="*/ 5101346 w 8140446"/>
              <a:gd name="csY8" fmla="*/ 0 h 13716"/>
              <a:gd name="csX9" fmla="*/ 5779717 w 8140446"/>
              <a:gd name="csY9" fmla="*/ 0 h 13716"/>
              <a:gd name="csX10" fmla="*/ 6620896 w 8140446"/>
              <a:gd name="csY10" fmla="*/ 0 h 13716"/>
              <a:gd name="csX11" fmla="*/ 7136458 w 8140446"/>
              <a:gd name="csY11" fmla="*/ 0 h 13716"/>
              <a:gd name="csX12" fmla="*/ 8140446 w 8140446"/>
              <a:gd name="csY12" fmla="*/ 0 h 13716"/>
              <a:gd name="csX13" fmla="*/ 8140446 w 8140446"/>
              <a:gd name="csY13" fmla="*/ 13716 h 13716"/>
              <a:gd name="csX14" fmla="*/ 7543480 w 8140446"/>
              <a:gd name="csY14" fmla="*/ 13716 h 13716"/>
              <a:gd name="csX15" fmla="*/ 7109323 w 8140446"/>
              <a:gd name="csY15" fmla="*/ 13716 h 13716"/>
              <a:gd name="csX16" fmla="*/ 6430952 w 8140446"/>
              <a:gd name="csY16" fmla="*/ 13716 h 13716"/>
              <a:gd name="csX17" fmla="*/ 5915391 w 8140446"/>
              <a:gd name="csY17" fmla="*/ 13716 h 13716"/>
              <a:gd name="csX18" fmla="*/ 5237020 w 8140446"/>
              <a:gd name="csY18" fmla="*/ 13716 h 13716"/>
              <a:gd name="csX19" fmla="*/ 4558650 w 8140446"/>
              <a:gd name="csY19" fmla="*/ 13716 h 13716"/>
              <a:gd name="csX20" fmla="*/ 3880279 w 8140446"/>
              <a:gd name="csY20" fmla="*/ 13716 h 13716"/>
              <a:gd name="csX21" fmla="*/ 3201909 w 8140446"/>
              <a:gd name="csY21" fmla="*/ 13716 h 13716"/>
              <a:gd name="csX22" fmla="*/ 2604943 w 8140446"/>
              <a:gd name="csY22" fmla="*/ 13716 h 13716"/>
              <a:gd name="csX23" fmla="*/ 1845168 w 8140446"/>
              <a:gd name="csY23" fmla="*/ 13716 h 13716"/>
              <a:gd name="csX24" fmla="*/ 1166797 w 8140446"/>
              <a:gd name="csY24" fmla="*/ 13716 h 13716"/>
              <a:gd name="csX25" fmla="*/ 0 w 8140446"/>
              <a:gd name="csY25" fmla="*/ 13716 h 13716"/>
              <a:gd name="csX26" fmla="*/ 0 w 8140446"/>
              <a:gd name="csY26"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8140446" h="13716" fill="none" extrusionOk="0">
                <a:moveTo>
                  <a:pt x="0" y="0"/>
                </a:moveTo>
                <a:cubicBezTo>
                  <a:pt x="94920" y="9103"/>
                  <a:pt x="287892" y="-4966"/>
                  <a:pt x="434157" y="0"/>
                </a:cubicBezTo>
                <a:cubicBezTo>
                  <a:pt x="580422" y="4966"/>
                  <a:pt x="943595" y="-14182"/>
                  <a:pt x="1193932" y="0"/>
                </a:cubicBezTo>
                <a:cubicBezTo>
                  <a:pt x="1444270" y="14182"/>
                  <a:pt x="1472129" y="5523"/>
                  <a:pt x="1628089" y="0"/>
                </a:cubicBezTo>
                <a:cubicBezTo>
                  <a:pt x="1784049" y="-5523"/>
                  <a:pt x="1962419" y="-17322"/>
                  <a:pt x="2225055" y="0"/>
                </a:cubicBezTo>
                <a:cubicBezTo>
                  <a:pt x="2487691" y="17322"/>
                  <a:pt x="2700681" y="1311"/>
                  <a:pt x="3066235" y="0"/>
                </a:cubicBezTo>
                <a:cubicBezTo>
                  <a:pt x="3431789" y="-1311"/>
                  <a:pt x="3405662" y="25081"/>
                  <a:pt x="3744605" y="0"/>
                </a:cubicBezTo>
                <a:cubicBezTo>
                  <a:pt x="4083548" y="-25081"/>
                  <a:pt x="4265111" y="-11945"/>
                  <a:pt x="4504380" y="0"/>
                </a:cubicBezTo>
                <a:cubicBezTo>
                  <a:pt x="4743649" y="11945"/>
                  <a:pt x="4860394" y="-2832"/>
                  <a:pt x="5101346" y="0"/>
                </a:cubicBezTo>
                <a:cubicBezTo>
                  <a:pt x="5342298" y="2832"/>
                  <a:pt x="5456387" y="23676"/>
                  <a:pt x="5779717" y="0"/>
                </a:cubicBezTo>
                <a:cubicBezTo>
                  <a:pt x="6103047" y="-23676"/>
                  <a:pt x="6270379" y="-37291"/>
                  <a:pt x="6620896" y="0"/>
                </a:cubicBezTo>
                <a:cubicBezTo>
                  <a:pt x="6971413" y="37291"/>
                  <a:pt x="6989068" y="24674"/>
                  <a:pt x="7136458" y="0"/>
                </a:cubicBezTo>
                <a:cubicBezTo>
                  <a:pt x="7283848" y="-24674"/>
                  <a:pt x="7752532" y="-22436"/>
                  <a:pt x="8140446" y="0"/>
                </a:cubicBezTo>
                <a:cubicBezTo>
                  <a:pt x="8140543" y="2784"/>
                  <a:pt x="8140462" y="9558"/>
                  <a:pt x="8140446" y="13716"/>
                </a:cubicBezTo>
                <a:cubicBezTo>
                  <a:pt x="7906329" y="-7615"/>
                  <a:pt x="7681180" y="22893"/>
                  <a:pt x="7543480" y="13716"/>
                </a:cubicBezTo>
                <a:cubicBezTo>
                  <a:pt x="7405780" y="4539"/>
                  <a:pt x="7216607" y="-912"/>
                  <a:pt x="7109323" y="13716"/>
                </a:cubicBezTo>
                <a:cubicBezTo>
                  <a:pt x="7002039" y="28344"/>
                  <a:pt x="6576231" y="38120"/>
                  <a:pt x="6430952" y="13716"/>
                </a:cubicBezTo>
                <a:cubicBezTo>
                  <a:pt x="6285673" y="-10688"/>
                  <a:pt x="6138840" y="29949"/>
                  <a:pt x="5915391" y="13716"/>
                </a:cubicBezTo>
                <a:cubicBezTo>
                  <a:pt x="5691942" y="-2517"/>
                  <a:pt x="5459460" y="47094"/>
                  <a:pt x="5237020" y="13716"/>
                </a:cubicBezTo>
                <a:cubicBezTo>
                  <a:pt x="5014580" y="-19662"/>
                  <a:pt x="4747677" y="35877"/>
                  <a:pt x="4558650" y="13716"/>
                </a:cubicBezTo>
                <a:cubicBezTo>
                  <a:pt x="4369623" y="-8445"/>
                  <a:pt x="4146061" y="7996"/>
                  <a:pt x="3880279" y="13716"/>
                </a:cubicBezTo>
                <a:cubicBezTo>
                  <a:pt x="3614497" y="19436"/>
                  <a:pt x="3473808" y="-17480"/>
                  <a:pt x="3201909" y="13716"/>
                </a:cubicBezTo>
                <a:cubicBezTo>
                  <a:pt x="2930010" y="44912"/>
                  <a:pt x="2728175" y="-8002"/>
                  <a:pt x="2604943" y="13716"/>
                </a:cubicBezTo>
                <a:cubicBezTo>
                  <a:pt x="2481711" y="35434"/>
                  <a:pt x="2004334" y="22380"/>
                  <a:pt x="1845168" y="13716"/>
                </a:cubicBezTo>
                <a:cubicBezTo>
                  <a:pt x="1686003" y="5052"/>
                  <a:pt x="1375070" y="33008"/>
                  <a:pt x="1166797" y="13716"/>
                </a:cubicBezTo>
                <a:cubicBezTo>
                  <a:pt x="958524" y="-5576"/>
                  <a:pt x="342846" y="4308"/>
                  <a:pt x="0" y="13716"/>
                </a:cubicBezTo>
                <a:cubicBezTo>
                  <a:pt x="-100" y="9589"/>
                  <a:pt x="468" y="2983"/>
                  <a:pt x="0" y="0"/>
                </a:cubicBezTo>
                <a:close/>
              </a:path>
              <a:path w="8140446" h="13716" stroke="0" extrusionOk="0">
                <a:moveTo>
                  <a:pt x="0" y="0"/>
                </a:moveTo>
                <a:cubicBezTo>
                  <a:pt x="142435" y="-24533"/>
                  <a:pt x="380026" y="17447"/>
                  <a:pt x="596966" y="0"/>
                </a:cubicBezTo>
                <a:cubicBezTo>
                  <a:pt x="813906" y="-17447"/>
                  <a:pt x="830530" y="13462"/>
                  <a:pt x="1031123" y="0"/>
                </a:cubicBezTo>
                <a:cubicBezTo>
                  <a:pt x="1231716" y="-13462"/>
                  <a:pt x="1634038" y="0"/>
                  <a:pt x="1872303" y="0"/>
                </a:cubicBezTo>
                <a:cubicBezTo>
                  <a:pt x="2110568" y="0"/>
                  <a:pt x="2261934" y="-25727"/>
                  <a:pt x="2469269" y="0"/>
                </a:cubicBezTo>
                <a:cubicBezTo>
                  <a:pt x="2676604" y="25727"/>
                  <a:pt x="2790440" y="16284"/>
                  <a:pt x="3066235" y="0"/>
                </a:cubicBezTo>
                <a:cubicBezTo>
                  <a:pt x="3342030" y="-16284"/>
                  <a:pt x="3685603" y="41976"/>
                  <a:pt x="3907414" y="0"/>
                </a:cubicBezTo>
                <a:cubicBezTo>
                  <a:pt x="4129225" y="-41976"/>
                  <a:pt x="4177416" y="-7598"/>
                  <a:pt x="4422976" y="0"/>
                </a:cubicBezTo>
                <a:cubicBezTo>
                  <a:pt x="4668536" y="7598"/>
                  <a:pt x="5023499" y="-28058"/>
                  <a:pt x="5264155" y="0"/>
                </a:cubicBezTo>
                <a:cubicBezTo>
                  <a:pt x="5504811" y="28058"/>
                  <a:pt x="5703675" y="13288"/>
                  <a:pt x="6105335" y="0"/>
                </a:cubicBezTo>
                <a:cubicBezTo>
                  <a:pt x="6506995" y="-13288"/>
                  <a:pt x="6455516" y="-5124"/>
                  <a:pt x="6783705" y="0"/>
                </a:cubicBezTo>
                <a:cubicBezTo>
                  <a:pt x="7111894" y="5124"/>
                  <a:pt x="7512856" y="10604"/>
                  <a:pt x="8140446" y="0"/>
                </a:cubicBezTo>
                <a:cubicBezTo>
                  <a:pt x="8139772" y="5682"/>
                  <a:pt x="8139843" y="9439"/>
                  <a:pt x="8140446" y="13716"/>
                </a:cubicBezTo>
                <a:cubicBezTo>
                  <a:pt x="7959314" y="-1227"/>
                  <a:pt x="7870113" y="5865"/>
                  <a:pt x="7706289" y="13716"/>
                </a:cubicBezTo>
                <a:cubicBezTo>
                  <a:pt x="7542465" y="21567"/>
                  <a:pt x="7157940" y="12910"/>
                  <a:pt x="6865109" y="13716"/>
                </a:cubicBezTo>
                <a:cubicBezTo>
                  <a:pt x="6572278" y="14522"/>
                  <a:pt x="6524256" y="33479"/>
                  <a:pt x="6349548" y="13716"/>
                </a:cubicBezTo>
                <a:cubicBezTo>
                  <a:pt x="6174840" y="-6047"/>
                  <a:pt x="5951624" y="-4398"/>
                  <a:pt x="5671177" y="13716"/>
                </a:cubicBezTo>
                <a:cubicBezTo>
                  <a:pt x="5390730" y="31830"/>
                  <a:pt x="5222992" y="55486"/>
                  <a:pt x="4829998" y="13716"/>
                </a:cubicBezTo>
                <a:cubicBezTo>
                  <a:pt x="4437004" y="-28054"/>
                  <a:pt x="4344181" y="34515"/>
                  <a:pt x="4151627" y="13716"/>
                </a:cubicBezTo>
                <a:cubicBezTo>
                  <a:pt x="3959073" y="-7083"/>
                  <a:pt x="3886970" y="28303"/>
                  <a:pt x="3717470" y="13716"/>
                </a:cubicBezTo>
                <a:cubicBezTo>
                  <a:pt x="3547970" y="-871"/>
                  <a:pt x="3451521" y="27300"/>
                  <a:pt x="3201909" y="13716"/>
                </a:cubicBezTo>
                <a:cubicBezTo>
                  <a:pt x="2952297" y="132"/>
                  <a:pt x="2543413" y="1457"/>
                  <a:pt x="2360729" y="13716"/>
                </a:cubicBezTo>
                <a:cubicBezTo>
                  <a:pt x="2178045" y="25975"/>
                  <a:pt x="1906056" y="21275"/>
                  <a:pt x="1682359" y="13716"/>
                </a:cubicBezTo>
                <a:cubicBezTo>
                  <a:pt x="1458662" y="6158"/>
                  <a:pt x="1330405" y="3474"/>
                  <a:pt x="1166797" y="13716"/>
                </a:cubicBezTo>
                <a:cubicBezTo>
                  <a:pt x="1003189" y="23958"/>
                  <a:pt x="278098" y="14961"/>
                  <a:pt x="0" y="13716"/>
                </a:cubicBezTo>
                <a:cubicBezTo>
                  <a:pt x="303" y="7982"/>
                  <a:pt x="182" y="5202"/>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628650" y="1447038"/>
            <a:ext cx="7886700" cy="3188970"/>
          </a:xfrm>
        </p:spPr>
        <p:txBody>
          <a:bodyPr>
            <a:normAutofit/>
          </a:bodyPr>
          <a:lstStyle/>
          <a:p>
            <a:pPr marL="0" lvl="0" indent="0">
              <a:buNone/>
            </a:pPr>
            <a:r>
              <a:rPr lang="en-US" sz="1700" b="1"/>
              <a:t>AI Definition:</a:t>
            </a:r>
          </a:p>
          <a:p>
            <a:pPr marL="0" lvl="0" indent="0">
              <a:buNone/>
            </a:pPr>
            <a:r>
              <a:rPr lang="en-US" sz="1700"/>
              <a:t>R is a programming language and free software environment primarily used for statistical computing and graphics. It is widely utilized among statisticians, data scientists, and researchers for developing statistical software and data analysis.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8650" y="273843"/>
            <a:ext cx="7886700" cy="994173"/>
          </a:xfrm>
        </p:spPr>
        <p:txBody>
          <a:bodyPr>
            <a:normAutofit/>
          </a:bodyPr>
          <a:lstStyle/>
          <a:p>
            <a:pPr marL="0" lvl="0" indent="0">
              <a:buNone/>
            </a:pPr>
            <a:r>
              <a:rPr lang="en-US" sz="4100"/>
              <a:t>Key Features of R:</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1777" y="1258029"/>
            <a:ext cx="8140446" cy="13716"/>
          </a:xfrm>
          <a:custGeom>
            <a:avLst/>
            <a:gdLst>
              <a:gd name="csX0" fmla="*/ 0 w 8140446"/>
              <a:gd name="csY0" fmla="*/ 0 h 13716"/>
              <a:gd name="csX1" fmla="*/ 434157 w 8140446"/>
              <a:gd name="csY1" fmla="*/ 0 h 13716"/>
              <a:gd name="csX2" fmla="*/ 1193932 w 8140446"/>
              <a:gd name="csY2" fmla="*/ 0 h 13716"/>
              <a:gd name="csX3" fmla="*/ 1628089 w 8140446"/>
              <a:gd name="csY3" fmla="*/ 0 h 13716"/>
              <a:gd name="csX4" fmla="*/ 2225055 w 8140446"/>
              <a:gd name="csY4" fmla="*/ 0 h 13716"/>
              <a:gd name="csX5" fmla="*/ 3066235 w 8140446"/>
              <a:gd name="csY5" fmla="*/ 0 h 13716"/>
              <a:gd name="csX6" fmla="*/ 3744605 w 8140446"/>
              <a:gd name="csY6" fmla="*/ 0 h 13716"/>
              <a:gd name="csX7" fmla="*/ 4504380 w 8140446"/>
              <a:gd name="csY7" fmla="*/ 0 h 13716"/>
              <a:gd name="csX8" fmla="*/ 5101346 w 8140446"/>
              <a:gd name="csY8" fmla="*/ 0 h 13716"/>
              <a:gd name="csX9" fmla="*/ 5779717 w 8140446"/>
              <a:gd name="csY9" fmla="*/ 0 h 13716"/>
              <a:gd name="csX10" fmla="*/ 6620896 w 8140446"/>
              <a:gd name="csY10" fmla="*/ 0 h 13716"/>
              <a:gd name="csX11" fmla="*/ 7136458 w 8140446"/>
              <a:gd name="csY11" fmla="*/ 0 h 13716"/>
              <a:gd name="csX12" fmla="*/ 8140446 w 8140446"/>
              <a:gd name="csY12" fmla="*/ 0 h 13716"/>
              <a:gd name="csX13" fmla="*/ 8140446 w 8140446"/>
              <a:gd name="csY13" fmla="*/ 13716 h 13716"/>
              <a:gd name="csX14" fmla="*/ 7543480 w 8140446"/>
              <a:gd name="csY14" fmla="*/ 13716 h 13716"/>
              <a:gd name="csX15" fmla="*/ 7109323 w 8140446"/>
              <a:gd name="csY15" fmla="*/ 13716 h 13716"/>
              <a:gd name="csX16" fmla="*/ 6430952 w 8140446"/>
              <a:gd name="csY16" fmla="*/ 13716 h 13716"/>
              <a:gd name="csX17" fmla="*/ 5915391 w 8140446"/>
              <a:gd name="csY17" fmla="*/ 13716 h 13716"/>
              <a:gd name="csX18" fmla="*/ 5237020 w 8140446"/>
              <a:gd name="csY18" fmla="*/ 13716 h 13716"/>
              <a:gd name="csX19" fmla="*/ 4558650 w 8140446"/>
              <a:gd name="csY19" fmla="*/ 13716 h 13716"/>
              <a:gd name="csX20" fmla="*/ 3880279 w 8140446"/>
              <a:gd name="csY20" fmla="*/ 13716 h 13716"/>
              <a:gd name="csX21" fmla="*/ 3201909 w 8140446"/>
              <a:gd name="csY21" fmla="*/ 13716 h 13716"/>
              <a:gd name="csX22" fmla="*/ 2604943 w 8140446"/>
              <a:gd name="csY22" fmla="*/ 13716 h 13716"/>
              <a:gd name="csX23" fmla="*/ 1845168 w 8140446"/>
              <a:gd name="csY23" fmla="*/ 13716 h 13716"/>
              <a:gd name="csX24" fmla="*/ 1166797 w 8140446"/>
              <a:gd name="csY24" fmla="*/ 13716 h 13716"/>
              <a:gd name="csX25" fmla="*/ 0 w 8140446"/>
              <a:gd name="csY25" fmla="*/ 13716 h 13716"/>
              <a:gd name="csX26" fmla="*/ 0 w 8140446"/>
              <a:gd name="csY26"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8140446" h="13716" fill="none" extrusionOk="0">
                <a:moveTo>
                  <a:pt x="0" y="0"/>
                </a:moveTo>
                <a:cubicBezTo>
                  <a:pt x="94920" y="9103"/>
                  <a:pt x="287892" y="-4966"/>
                  <a:pt x="434157" y="0"/>
                </a:cubicBezTo>
                <a:cubicBezTo>
                  <a:pt x="580422" y="4966"/>
                  <a:pt x="943595" y="-14182"/>
                  <a:pt x="1193932" y="0"/>
                </a:cubicBezTo>
                <a:cubicBezTo>
                  <a:pt x="1444270" y="14182"/>
                  <a:pt x="1472129" y="5523"/>
                  <a:pt x="1628089" y="0"/>
                </a:cubicBezTo>
                <a:cubicBezTo>
                  <a:pt x="1784049" y="-5523"/>
                  <a:pt x="1962419" y="-17322"/>
                  <a:pt x="2225055" y="0"/>
                </a:cubicBezTo>
                <a:cubicBezTo>
                  <a:pt x="2487691" y="17322"/>
                  <a:pt x="2700681" y="1311"/>
                  <a:pt x="3066235" y="0"/>
                </a:cubicBezTo>
                <a:cubicBezTo>
                  <a:pt x="3431789" y="-1311"/>
                  <a:pt x="3405662" y="25081"/>
                  <a:pt x="3744605" y="0"/>
                </a:cubicBezTo>
                <a:cubicBezTo>
                  <a:pt x="4083548" y="-25081"/>
                  <a:pt x="4265111" y="-11945"/>
                  <a:pt x="4504380" y="0"/>
                </a:cubicBezTo>
                <a:cubicBezTo>
                  <a:pt x="4743649" y="11945"/>
                  <a:pt x="4860394" y="-2832"/>
                  <a:pt x="5101346" y="0"/>
                </a:cubicBezTo>
                <a:cubicBezTo>
                  <a:pt x="5342298" y="2832"/>
                  <a:pt x="5456387" y="23676"/>
                  <a:pt x="5779717" y="0"/>
                </a:cubicBezTo>
                <a:cubicBezTo>
                  <a:pt x="6103047" y="-23676"/>
                  <a:pt x="6270379" y="-37291"/>
                  <a:pt x="6620896" y="0"/>
                </a:cubicBezTo>
                <a:cubicBezTo>
                  <a:pt x="6971413" y="37291"/>
                  <a:pt x="6989068" y="24674"/>
                  <a:pt x="7136458" y="0"/>
                </a:cubicBezTo>
                <a:cubicBezTo>
                  <a:pt x="7283848" y="-24674"/>
                  <a:pt x="7752532" y="-22436"/>
                  <a:pt x="8140446" y="0"/>
                </a:cubicBezTo>
                <a:cubicBezTo>
                  <a:pt x="8140543" y="2784"/>
                  <a:pt x="8140462" y="9558"/>
                  <a:pt x="8140446" y="13716"/>
                </a:cubicBezTo>
                <a:cubicBezTo>
                  <a:pt x="7906329" y="-7615"/>
                  <a:pt x="7681180" y="22893"/>
                  <a:pt x="7543480" y="13716"/>
                </a:cubicBezTo>
                <a:cubicBezTo>
                  <a:pt x="7405780" y="4539"/>
                  <a:pt x="7216607" y="-912"/>
                  <a:pt x="7109323" y="13716"/>
                </a:cubicBezTo>
                <a:cubicBezTo>
                  <a:pt x="7002039" y="28344"/>
                  <a:pt x="6576231" y="38120"/>
                  <a:pt x="6430952" y="13716"/>
                </a:cubicBezTo>
                <a:cubicBezTo>
                  <a:pt x="6285673" y="-10688"/>
                  <a:pt x="6138840" y="29949"/>
                  <a:pt x="5915391" y="13716"/>
                </a:cubicBezTo>
                <a:cubicBezTo>
                  <a:pt x="5691942" y="-2517"/>
                  <a:pt x="5459460" y="47094"/>
                  <a:pt x="5237020" y="13716"/>
                </a:cubicBezTo>
                <a:cubicBezTo>
                  <a:pt x="5014580" y="-19662"/>
                  <a:pt x="4747677" y="35877"/>
                  <a:pt x="4558650" y="13716"/>
                </a:cubicBezTo>
                <a:cubicBezTo>
                  <a:pt x="4369623" y="-8445"/>
                  <a:pt x="4146061" y="7996"/>
                  <a:pt x="3880279" y="13716"/>
                </a:cubicBezTo>
                <a:cubicBezTo>
                  <a:pt x="3614497" y="19436"/>
                  <a:pt x="3473808" y="-17480"/>
                  <a:pt x="3201909" y="13716"/>
                </a:cubicBezTo>
                <a:cubicBezTo>
                  <a:pt x="2930010" y="44912"/>
                  <a:pt x="2728175" y="-8002"/>
                  <a:pt x="2604943" y="13716"/>
                </a:cubicBezTo>
                <a:cubicBezTo>
                  <a:pt x="2481711" y="35434"/>
                  <a:pt x="2004334" y="22380"/>
                  <a:pt x="1845168" y="13716"/>
                </a:cubicBezTo>
                <a:cubicBezTo>
                  <a:pt x="1686003" y="5052"/>
                  <a:pt x="1375070" y="33008"/>
                  <a:pt x="1166797" y="13716"/>
                </a:cubicBezTo>
                <a:cubicBezTo>
                  <a:pt x="958524" y="-5576"/>
                  <a:pt x="342846" y="4308"/>
                  <a:pt x="0" y="13716"/>
                </a:cubicBezTo>
                <a:cubicBezTo>
                  <a:pt x="-100" y="9589"/>
                  <a:pt x="468" y="2983"/>
                  <a:pt x="0" y="0"/>
                </a:cubicBezTo>
                <a:close/>
              </a:path>
              <a:path w="8140446" h="13716" stroke="0" extrusionOk="0">
                <a:moveTo>
                  <a:pt x="0" y="0"/>
                </a:moveTo>
                <a:cubicBezTo>
                  <a:pt x="142435" y="-24533"/>
                  <a:pt x="380026" y="17447"/>
                  <a:pt x="596966" y="0"/>
                </a:cubicBezTo>
                <a:cubicBezTo>
                  <a:pt x="813906" y="-17447"/>
                  <a:pt x="830530" y="13462"/>
                  <a:pt x="1031123" y="0"/>
                </a:cubicBezTo>
                <a:cubicBezTo>
                  <a:pt x="1231716" y="-13462"/>
                  <a:pt x="1634038" y="0"/>
                  <a:pt x="1872303" y="0"/>
                </a:cubicBezTo>
                <a:cubicBezTo>
                  <a:pt x="2110568" y="0"/>
                  <a:pt x="2261934" y="-25727"/>
                  <a:pt x="2469269" y="0"/>
                </a:cubicBezTo>
                <a:cubicBezTo>
                  <a:pt x="2676604" y="25727"/>
                  <a:pt x="2790440" y="16284"/>
                  <a:pt x="3066235" y="0"/>
                </a:cubicBezTo>
                <a:cubicBezTo>
                  <a:pt x="3342030" y="-16284"/>
                  <a:pt x="3685603" y="41976"/>
                  <a:pt x="3907414" y="0"/>
                </a:cubicBezTo>
                <a:cubicBezTo>
                  <a:pt x="4129225" y="-41976"/>
                  <a:pt x="4177416" y="-7598"/>
                  <a:pt x="4422976" y="0"/>
                </a:cubicBezTo>
                <a:cubicBezTo>
                  <a:pt x="4668536" y="7598"/>
                  <a:pt x="5023499" y="-28058"/>
                  <a:pt x="5264155" y="0"/>
                </a:cubicBezTo>
                <a:cubicBezTo>
                  <a:pt x="5504811" y="28058"/>
                  <a:pt x="5703675" y="13288"/>
                  <a:pt x="6105335" y="0"/>
                </a:cubicBezTo>
                <a:cubicBezTo>
                  <a:pt x="6506995" y="-13288"/>
                  <a:pt x="6455516" y="-5124"/>
                  <a:pt x="6783705" y="0"/>
                </a:cubicBezTo>
                <a:cubicBezTo>
                  <a:pt x="7111894" y="5124"/>
                  <a:pt x="7512856" y="10604"/>
                  <a:pt x="8140446" y="0"/>
                </a:cubicBezTo>
                <a:cubicBezTo>
                  <a:pt x="8139772" y="5682"/>
                  <a:pt x="8139843" y="9439"/>
                  <a:pt x="8140446" y="13716"/>
                </a:cubicBezTo>
                <a:cubicBezTo>
                  <a:pt x="7959314" y="-1227"/>
                  <a:pt x="7870113" y="5865"/>
                  <a:pt x="7706289" y="13716"/>
                </a:cubicBezTo>
                <a:cubicBezTo>
                  <a:pt x="7542465" y="21567"/>
                  <a:pt x="7157940" y="12910"/>
                  <a:pt x="6865109" y="13716"/>
                </a:cubicBezTo>
                <a:cubicBezTo>
                  <a:pt x="6572278" y="14522"/>
                  <a:pt x="6524256" y="33479"/>
                  <a:pt x="6349548" y="13716"/>
                </a:cubicBezTo>
                <a:cubicBezTo>
                  <a:pt x="6174840" y="-6047"/>
                  <a:pt x="5951624" y="-4398"/>
                  <a:pt x="5671177" y="13716"/>
                </a:cubicBezTo>
                <a:cubicBezTo>
                  <a:pt x="5390730" y="31830"/>
                  <a:pt x="5222992" y="55486"/>
                  <a:pt x="4829998" y="13716"/>
                </a:cubicBezTo>
                <a:cubicBezTo>
                  <a:pt x="4437004" y="-28054"/>
                  <a:pt x="4344181" y="34515"/>
                  <a:pt x="4151627" y="13716"/>
                </a:cubicBezTo>
                <a:cubicBezTo>
                  <a:pt x="3959073" y="-7083"/>
                  <a:pt x="3886970" y="28303"/>
                  <a:pt x="3717470" y="13716"/>
                </a:cubicBezTo>
                <a:cubicBezTo>
                  <a:pt x="3547970" y="-871"/>
                  <a:pt x="3451521" y="27300"/>
                  <a:pt x="3201909" y="13716"/>
                </a:cubicBezTo>
                <a:cubicBezTo>
                  <a:pt x="2952297" y="132"/>
                  <a:pt x="2543413" y="1457"/>
                  <a:pt x="2360729" y="13716"/>
                </a:cubicBezTo>
                <a:cubicBezTo>
                  <a:pt x="2178045" y="25975"/>
                  <a:pt x="1906056" y="21275"/>
                  <a:pt x="1682359" y="13716"/>
                </a:cubicBezTo>
                <a:cubicBezTo>
                  <a:pt x="1458662" y="6158"/>
                  <a:pt x="1330405" y="3474"/>
                  <a:pt x="1166797" y="13716"/>
                </a:cubicBezTo>
                <a:cubicBezTo>
                  <a:pt x="1003189" y="23958"/>
                  <a:pt x="278098" y="14961"/>
                  <a:pt x="0" y="13716"/>
                </a:cubicBezTo>
                <a:cubicBezTo>
                  <a:pt x="303" y="7982"/>
                  <a:pt x="182" y="5202"/>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628650" y="1447038"/>
            <a:ext cx="7886700" cy="3188970"/>
          </a:xfrm>
        </p:spPr>
        <p:txBody>
          <a:bodyPr>
            <a:normAutofit/>
          </a:bodyPr>
          <a:lstStyle/>
          <a:p>
            <a:pPr lvl="0"/>
            <a:r>
              <a:rPr lang="en-US" sz="1700" b="1"/>
              <a:t>Built-in Statistics Functions</a:t>
            </a:r>
          </a:p>
          <a:p>
            <a:pPr lvl="1"/>
            <a:r>
              <a:rPr lang="en-US" sz="1700"/>
              <a:t>Provides a variety of statistical tests, such as t-tests, ANOVA, etc.</a:t>
            </a:r>
          </a:p>
          <a:p>
            <a:pPr lvl="0"/>
            <a:r>
              <a:rPr lang="en-US" sz="1700" b="1"/>
              <a:t>Visualization Capabilities</a:t>
            </a:r>
          </a:p>
          <a:p>
            <a:pPr lvl="1"/>
            <a:r>
              <a:rPr lang="en-US" sz="1700"/>
              <a:t>Tools like </a:t>
            </a:r>
            <a:r>
              <a:rPr lang="en-US" sz="1700">
                <a:latin typeface="Courier"/>
              </a:rPr>
              <a:t>ggplot2</a:t>
            </a:r>
            <a:r>
              <a:rPr lang="en-US" sz="1700"/>
              <a:t> facilitate high-quality visualizations.</a:t>
            </a:r>
          </a:p>
          <a:p>
            <a:pPr lvl="0"/>
            <a:r>
              <a:rPr lang="en-US" sz="1700" b="1"/>
              <a:t>Expanded Capabilities through Added Libraries</a:t>
            </a:r>
          </a:p>
          <a:p>
            <a:pPr lvl="1"/>
            <a:r>
              <a:rPr lang="en-US" sz="1700"/>
              <a:t>Thousands of packages are available on CRAN.</a:t>
            </a:r>
          </a:p>
          <a:p>
            <a:pPr lvl="0"/>
            <a:r>
              <a:rPr lang="en-US" sz="1700" b="1"/>
              <a:t>Integration with Other Tools, such as SQL</a:t>
            </a:r>
          </a:p>
          <a:p>
            <a:pPr lvl="1"/>
            <a:r>
              <a:rPr lang="en-US" sz="1700"/>
              <a:t>Connects with databases for efficient data manipulation.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6" y="411480"/>
            <a:ext cx="2700645" cy="4073652"/>
          </a:xfrm>
        </p:spPr>
        <p:txBody>
          <a:bodyPr>
            <a:normAutofit/>
          </a:bodyPr>
          <a:lstStyle/>
          <a:p>
            <a:pPr marL="0" lvl="0" indent="0">
              <a:buNone/>
            </a:pPr>
            <a:r>
              <a:rPr lang="en-US" sz="3800"/>
              <a:t>RStudio Environment</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907987" y="2444036"/>
            <a:ext cx="3360420" cy="13716"/>
          </a:xfrm>
          <a:custGeom>
            <a:avLst/>
            <a:gdLst>
              <a:gd name="csX0" fmla="*/ 0 w 3360420"/>
              <a:gd name="csY0" fmla="*/ 0 h 13716"/>
              <a:gd name="csX1" fmla="*/ 638480 w 3360420"/>
              <a:gd name="csY1" fmla="*/ 0 h 13716"/>
              <a:gd name="csX2" fmla="*/ 1310564 w 3360420"/>
              <a:gd name="csY2" fmla="*/ 0 h 13716"/>
              <a:gd name="csX3" fmla="*/ 2016252 w 3360420"/>
              <a:gd name="csY3" fmla="*/ 0 h 13716"/>
              <a:gd name="csX4" fmla="*/ 2721940 w 3360420"/>
              <a:gd name="csY4" fmla="*/ 0 h 13716"/>
              <a:gd name="csX5" fmla="*/ 3360420 w 3360420"/>
              <a:gd name="csY5" fmla="*/ 0 h 13716"/>
              <a:gd name="csX6" fmla="*/ 3360420 w 3360420"/>
              <a:gd name="csY6" fmla="*/ 13716 h 13716"/>
              <a:gd name="csX7" fmla="*/ 2621128 w 3360420"/>
              <a:gd name="csY7" fmla="*/ 13716 h 13716"/>
              <a:gd name="csX8" fmla="*/ 1881835 w 3360420"/>
              <a:gd name="csY8" fmla="*/ 13716 h 13716"/>
              <a:gd name="csX9" fmla="*/ 1209751 w 3360420"/>
              <a:gd name="csY9" fmla="*/ 13716 h 13716"/>
              <a:gd name="csX10" fmla="*/ 0 w 3360420"/>
              <a:gd name="csY10" fmla="*/ 13716 h 13716"/>
              <a:gd name="csX11" fmla="*/ 0 w 3360420"/>
              <a:gd name="csY11"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360420" h="13716" fill="none" extrusionOk="0">
                <a:moveTo>
                  <a:pt x="0" y="0"/>
                </a:moveTo>
                <a:cubicBezTo>
                  <a:pt x="173390" y="25775"/>
                  <a:pt x="488191" y="-28129"/>
                  <a:pt x="638480" y="0"/>
                </a:cubicBezTo>
                <a:cubicBezTo>
                  <a:pt x="788769" y="28129"/>
                  <a:pt x="1174965" y="-28957"/>
                  <a:pt x="1310564" y="0"/>
                </a:cubicBezTo>
                <a:cubicBezTo>
                  <a:pt x="1446163" y="28957"/>
                  <a:pt x="1725466" y="-34787"/>
                  <a:pt x="2016252" y="0"/>
                </a:cubicBezTo>
                <a:cubicBezTo>
                  <a:pt x="2307038" y="34787"/>
                  <a:pt x="2437945" y="-15142"/>
                  <a:pt x="2721940" y="0"/>
                </a:cubicBezTo>
                <a:cubicBezTo>
                  <a:pt x="3005935" y="15142"/>
                  <a:pt x="3141795" y="-10480"/>
                  <a:pt x="3360420" y="0"/>
                </a:cubicBezTo>
                <a:cubicBezTo>
                  <a:pt x="3359940" y="2989"/>
                  <a:pt x="3359779" y="10166"/>
                  <a:pt x="3360420" y="13716"/>
                </a:cubicBezTo>
                <a:cubicBezTo>
                  <a:pt x="3047302" y="-18841"/>
                  <a:pt x="2960325" y="10240"/>
                  <a:pt x="2621128" y="13716"/>
                </a:cubicBezTo>
                <a:cubicBezTo>
                  <a:pt x="2281931" y="17192"/>
                  <a:pt x="2176842" y="26844"/>
                  <a:pt x="1881835" y="13716"/>
                </a:cubicBezTo>
                <a:cubicBezTo>
                  <a:pt x="1586828" y="588"/>
                  <a:pt x="1449984" y="-8996"/>
                  <a:pt x="1209751" y="13716"/>
                </a:cubicBezTo>
                <a:cubicBezTo>
                  <a:pt x="969518" y="36428"/>
                  <a:pt x="318488" y="55902"/>
                  <a:pt x="0" y="13716"/>
                </a:cubicBezTo>
                <a:cubicBezTo>
                  <a:pt x="182" y="9317"/>
                  <a:pt x="482" y="5285"/>
                  <a:pt x="0" y="0"/>
                </a:cubicBezTo>
                <a:close/>
              </a:path>
              <a:path w="3360420" h="13716" stroke="0" extrusionOk="0">
                <a:moveTo>
                  <a:pt x="0" y="0"/>
                </a:moveTo>
                <a:cubicBezTo>
                  <a:pt x="152211" y="-10113"/>
                  <a:pt x="493092" y="-25529"/>
                  <a:pt x="638480" y="0"/>
                </a:cubicBezTo>
                <a:cubicBezTo>
                  <a:pt x="783868" y="25529"/>
                  <a:pt x="1051824" y="-19092"/>
                  <a:pt x="1209751" y="0"/>
                </a:cubicBezTo>
                <a:cubicBezTo>
                  <a:pt x="1367678" y="19092"/>
                  <a:pt x="1729599" y="16071"/>
                  <a:pt x="1949044" y="0"/>
                </a:cubicBezTo>
                <a:cubicBezTo>
                  <a:pt x="2168489" y="-16071"/>
                  <a:pt x="2323758" y="-4710"/>
                  <a:pt x="2587523" y="0"/>
                </a:cubicBezTo>
                <a:cubicBezTo>
                  <a:pt x="2851288" y="4710"/>
                  <a:pt x="3195571" y="-8175"/>
                  <a:pt x="3360420" y="0"/>
                </a:cubicBezTo>
                <a:cubicBezTo>
                  <a:pt x="3359928" y="2764"/>
                  <a:pt x="3360118" y="8747"/>
                  <a:pt x="3360420" y="13716"/>
                </a:cubicBezTo>
                <a:cubicBezTo>
                  <a:pt x="3025528" y="-15604"/>
                  <a:pt x="2845368" y="35037"/>
                  <a:pt x="2688336" y="13716"/>
                </a:cubicBezTo>
                <a:cubicBezTo>
                  <a:pt x="2531304" y="-7605"/>
                  <a:pt x="2279760" y="-9642"/>
                  <a:pt x="1949044" y="13716"/>
                </a:cubicBezTo>
                <a:cubicBezTo>
                  <a:pt x="1618328" y="37074"/>
                  <a:pt x="1624903" y="7505"/>
                  <a:pt x="1377772" y="13716"/>
                </a:cubicBezTo>
                <a:cubicBezTo>
                  <a:pt x="1130641" y="19927"/>
                  <a:pt x="973925" y="-19083"/>
                  <a:pt x="705688" y="13716"/>
                </a:cubicBezTo>
                <a:cubicBezTo>
                  <a:pt x="437451" y="46515"/>
                  <a:pt x="236989" y="-13738"/>
                  <a:pt x="0" y="13716"/>
                </a:cubicBezTo>
                <a:cubicBezTo>
                  <a:pt x="614" y="9981"/>
                  <a:pt x="600" y="5402"/>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3844813" y="414068"/>
            <a:ext cx="4668251" cy="4073652"/>
          </a:xfrm>
        </p:spPr>
        <p:txBody>
          <a:bodyPr anchor="ctr">
            <a:normAutofit/>
          </a:bodyPr>
          <a:lstStyle/>
          <a:p>
            <a:pPr lvl="0"/>
            <a:r>
              <a:rPr lang="en-US" sz="1700" b="1"/>
              <a:t>Source Pane</a:t>
            </a:r>
          </a:p>
          <a:p>
            <a:pPr lvl="1"/>
            <a:r>
              <a:rPr lang="en-US" sz="1700"/>
              <a:t>Top left corner</a:t>
            </a:r>
          </a:p>
          <a:p>
            <a:pPr lvl="1"/>
            <a:r>
              <a:rPr lang="en-US" sz="1700"/>
              <a:t>Used for writing and editing R scripts and RMarkdown documents.</a:t>
            </a:r>
          </a:p>
          <a:p>
            <a:pPr lvl="0"/>
            <a:r>
              <a:rPr lang="en-US" sz="1700" b="1"/>
              <a:t>Console Pane</a:t>
            </a:r>
          </a:p>
          <a:p>
            <a:pPr lvl="1"/>
            <a:r>
              <a:rPr lang="en-US" sz="1700"/>
              <a:t>Bottom left corner</a:t>
            </a:r>
          </a:p>
          <a:p>
            <a:pPr lvl="1"/>
            <a:r>
              <a:rPr lang="en-US" sz="1700"/>
              <a:t>Executes R commands interactively.</a:t>
            </a:r>
          </a:p>
          <a:p>
            <a:pPr lvl="0"/>
            <a:r>
              <a:rPr lang="en-US" sz="1700" b="1"/>
              <a:t>Environment/History Pane</a:t>
            </a:r>
          </a:p>
          <a:p>
            <a:pPr lvl="1"/>
            <a:r>
              <a:rPr lang="en-US" sz="1700"/>
              <a:t>Top right corner</a:t>
            </a:r>
          </a:p>
          <a:p>
            <a:pPr lvl="1"/>
            <a:r>
              <a:rPr lang="en-US" sz="1700" b="1"/>
              <a:t>Environment Tab</a:t>
            </a:r>
            <a:r>
              <a:rPr lang="en-US" sz="1700"/>
              <a:t>: Displays variables and objects in memory.</a:t>
            </a:r>
          </a:p>
          <a:p>
            <a:pPr lvl="1"/>
            <a:r>
              <a:rPr lang="en-US" sz="1700" b="1"/>
              <a:t>History Tab</a:t>
            </a:r>
            <a:r>
              <a:rPr lang="en-US" sz="1700"/>
              <a:t>: Shows command history for the current session.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6" y="411480"/>
            <a:ext cx="2700645" cy="4073652"/>
          </a:xfrm>
        </p:spPr>
        <p:txBody>
          <a:bodyPr>
            <a:normAutofit/>
          </a:bodyPr>
          <a:lstStyle/>
          <a:p>
            <a:pPr marL="0" lvl="0" indent="0">
              <a:buNone/>
            </a:pPr>
            <a:r>
              <a:rPr lang="en-US" sz="3800"/>
              <a:t>RStudio Environment (continued)</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907987" y="2444036"/>
            <a:ext cx="3360420" cy="13716"/>
          </a:xfrm>
          <a:custGeom>
            <a:avLst/>
            <a:gdLst>
              <a:gd name="csX0" fmla="*/ 0 w 3360420"/>
              <a:gd name="csY0" fmla="*/ 0 h 13716"/>
              <a:gd name="csX1" fmla="*/ 638480 w 3360420"/>
              <a:gd name="csY1" fmla="*/ 0 h 13716"/>
              <a:gd name="csX2" fmla="*/ 1310564 w 3360420"/>
              <a:gd name="csY2" fmla="*/ 0 h 13716"/>
              <a:gd name="csX3" fmla="*/ 2016252 w 3360420"/>
              <a:gd name="csY3" fmla="*/ 0 h 13716"/>
              <a:gd name="csX4" fmla="*/ 2721940 w 3360420"/>
              <a:gd name="csY4" fmla="*/ 0 h 13716"/>
              <a:gd name="csX5" fmla="*/ 3360420 w 3360420"/>
              <a:gd name="csY5" fmla="*/ 0 h 13716"/>
              <a:gd name="csX6" fmla="*/ 3360420 w 3360420"/>
              <a:gd name="csY6" fmla="*/ 13716 h 13716"/>
              <a:gd name="csX7" fmla="*/ 2621128 w 3360420"/>
              <a:gd name="csY7" fmla="*/ 13716 h 13716"/>
              <a:gd name="csX8" fmla="*/ 1881835 w 3360420"/>
              <a:gd name="csY8" fmla="*/ 13716 h 13716"/>
              <a:gd name="csX9" fmla="*/ 1209751 w 3360420"/>
              <a:gd name="csY9" fmla="*/ 13716 h 13716"/>
              <a:gd name="csX10" fmla="*/ 0 w 3360420"/>
              <a:gd name="csY10" fmla="*/ 13716 h 13716"/>
              <a:gd name="csX11" fmla="*/ 0 w 3360420"/>
              <a:gd name="csY11"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360420" h="13716" fill="none" extrusionOk="0">
                <a:moveTo>
                  <a:pt x="0" y="0"/>
                </a:moveTo>
                <a:cubicBezTo>
                  <a:pt x="173390" y="25775"/>
                  <a:pt x="488191" y="-28129"/>
                  <a:pt x="638480" y="0"/>
                </a:cubicBezTo>
                <a:cubicBezTo>
                  <a:pt x="788769" y="28129"/>
                  <a:pt x="1174965" y="-28957"/>
                  <a:pt x="1310564" y="0"/>
                </a:cubicBezTo>
                <a:cubicBezTo>
                  <a:pt x="1446163" y="28957"/>
                  <a:pt x="1725466" y="-34787"/>
                  <a:pt x="2016252" y="0"/>
                </a:cubicBezTo>
                <a:cubicBezTo>
                  <a:pt x="2307038" y="34787"/>
                  <a:pt x="2437945" y="-15142"/>
                  <a:pt x="2721940" y="0"/>
                </a:cubicBezTo>
                <a:cubicBezTo>
                  <a:pt x="3005935" y="15142"/>
                  <a:pt x="3141795" y="-10480"/>
                  <a:pt x="3360420" y="0"/>
                </a:cubicBezTo>
                <a:cubicBezTo>
                  <a:pt x="3359940" y="2989"/>
                  <a:pt x="3359779" y="10166"/>
                  <a:pt x="3360420" y="13716"/>
                </a:cubicBezTo>
                <a:cubicBezTo>
                  <a:pt x="3047302" y="-18841"/>
                  <a:pt x="2960325" y="10240"/>
                  <a:pt x="2621128" y="13716"/>
                </a:cubicBezTo>
                <a:cubicBezTo>
                  <a:pt x="2281931" y="17192"/>
                  <a:pt x="2176842" y="26844"/>
                  <a:pt x="1881835" y="13716"/>
                </a:cubicBezTo>
                <a:cubicBezTo>
                  <a:pt x="1586828" y="588"/>
                  <a:pt x="1449984" y="-8996"/>
                  <a:pt x="1209751" y="13716"/>
                </a:cubicBezTo>
                <a:cubicBezTo>
                  <a:pt x="969518" y="36428"/>
                  <a:pt x="318488" y="55902"/>
                  <a:pt x="0" y="13716"/>
                </a:cubicBezTo>
                <a:cubicBezTo>
                  <a:pt x="182" y="9317"/>
                  <a:pt x="482" y="5285"/>
                  <a:pt x="0" y="0"/>
                </a:cubicBezTo>
                <a:close/>
              </a:path>
              <a:path w="3360420" h="13716" stroke="0" extrusionOk="0">
                <a:moveTo>
                  <a:pt x="0" y="0"/>
                </a:moveTo>
                <a:cubicBezTo>
                  <a:pt x="152211" y="-10113"/>
                  <a:pt x="493092" y="-25529"/>
                  <a:pt x="638480" y="0"/>
                </a:cubicBezTo>
                <a:cubicBezTo>
                  <a:pt x="783868" y="25529"/>
                  <a:pt x="1051824" y="-19092"/>
                  <a:pt x="1209751" y="0"/>
                </a:cubicBezTo>
                <a:cubicBezTo>
                  <a:pt x="1367678" y="19092"/>
                  <a:pt x="1729599" y="16071"/>
                  <a:pt x="1949044" y="0"/>
                </a:cubicBezTo>
                <a:cubicBezTo>
                  <a:pt x="2168489" y="-16071"/>
                  <a:pt x="2323758" y="-4710"/>
                  <a:pt x="2587523" y="0"/>
                </a:cubicBezTo>
                <a:cubicBezTo>
                  <a:pt x="2851288" y="4710"/>
                  <a:pt x="3195571" y="-8175"/>
                  <a:pt x="3360420" y="0"/>
                </a:cubicBezTo>
                <a:cubicBezTo>
                  <a:pt x="3359928" y="2764"/>
                  <a:pt x="3360118" y="8747"/>
                  <a:pt x="3360420" y="13716"/>
                </a:cubicBezTo>
                <a:cubicBezTo>
                  <a:pt x="3025528" y="-15604"/>
                  <a:pt x="2845368" y="35037"/>
                  <a:pt x="2688336" y="13716"/>
                </a:cubicBezTo>
                <a:cubicBezTo>
                  <a:pt x="2531304" y="-7605"/>
                  <a:pt x="2279760" y="-9642"/>
                  <a:pt x="1949044" y="13716"/>
                </a:cubicBezTo>
                <a:cubicBezTo>
                  <a:pt x="1618328" y="37074"/>
                  <a:pt x="1624903" y="7505"/>
                  <a:pt x="1377772" y="13716"/>
                </a:cubicBezTo>
                <a:cubicBezTo>
                  <a:pt x="1130641" y="19927"/>
                  <a:pt x="973925" y="-19083"/>
                  <a:pt x="705688" y="13716"/>
                </a:cubicBezTo>
                <a:cubicBezTo>
                  <a:pt x="437451" y="46515"/>
                  <a:pt x="236989" y="-13738"/>
                  <a:pt x="0" y="13716"/>
                </a:cubicBezTo>
                <a:cubicBezTo>
                  <a:pt x="614" y="9981"/>
                  <a:pt x="600" y="5402"/>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3844813" y="414068"/>
            <a:ext cx="4668251" cy="4073652"/>
          </a:xfrm>
        </p:spPr>
        <p:txBody>
          <a:bodyPr anchor="ctr">
            <a:normAutofit/>
          </a:bodyPr>
          <a:lstStyle/>
          <a:p>
            <a:pPr lvl="0"/>
            <a:r>
              <a:rPr lang="en-US" sz="1700" b="1"/>
              <a:t>Files/Plots/Packages/Help/Viewer Pane</a:t>
            </a:r>
          </a:p>
          <a:p>
            <a:pPr lvl="1"/>
            <a:r>
              <a:rPr lang="en-US" sz="1700"/>
              <a:t>Bottom right corner</a:t>
            </a:r>
          </a:p>
          <a:p>
            <a:pPr lvl="1"/>
            <a:r>
              <a:rPr lang="en-US" sz="1700" b="1"/>
              <a:t>Files Tab</a:t>
            </a:r>
            <a:r>
              <a:rPr lang="en-US" sz="1700"/>
              <a:t>: Navigate and manage files in the working directory.</a:t>
            </a:r>
          </a:p>
          <a:p>
            <a:pPr lvl="1"/>
            <a:r>
              <a:rPr lang="en-US" sz="1700" b="1"/>
              <a:t>Plots Tab</a:t>
            </a:r>
            <a:r>
              <a:rPr lang="en-US" sz="1700"/>
              <a:t>: Displays visual outputs and allows interaction with plots.</a:t>
            </a:r>
          </a:p>
          <a:p>
            <a:pPr lvl="1"/>
            <a:r>
              <a:rPr lang="en-US" sz="1700" b="1"/>
              <a:t>Packages Tab</a:t>
            </a:r>
            <a:r>
              <a:rPr lang="en-US" sz="1700"/>
              <a:t>: Lists installed packages; enables installation and loading.</a:t>
            </a:r>
          </a:p>
          <a:p>
            <a:pPr lvl="1"/>
            <a:r>
              <a:rPr lang="en-US" sz="1700" b="1"/>
              <a:t>Help Tab</a:t>
            </a:r>
            <a:r>
              <a:rPr lang="en-US" sz="1700"/>
              <a:t>: Access to R documentation and function help.</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AE2B703B-46F9-481A-A605-82E2A828C4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8650" y="344897"/>
            <a:ext cx="7886700" cy="753445"/>
          </a:xfrm>
        </p:spPr>
        <p:txBody>
          <a:bodyPr>
            <a:normAutofit/>
          </a:bodyPr>
          <a:lstStyle/>
          <a:p>
            <a:pPr marL="0" lvl="0" indent="0">
              <a:buNone/>
            </a:pPr>
            <a:r>
              <a:rPr lang="en-US" dirty="0">
                <a:solidFill>
                  <a:srgbClr val="FFFFFF"/>
                </a:solidFill>
              </a:rPr>
              <a:t>Key Features of </a:t>
            </a:r>
            <a:r>
              <a:rPr lang="en-US" dirty="0" err="1">
                <a:solidFill>
                  <a:srgbClr val="FFFFFF"/>
                </a:solidFill>
              </a:rPr>
              <a:t>RMarkdown</a:t>
            </a:r>
            <a:endParaRPr lang="en-US" dirty="0">
              <a:solidFill>
                <a:srgbClr val="FFFFFF"/>
              </a:solidFill>
            </a:endParaRPr>
          </a:p>
        </p:txBody>
      </p:sp>
      <p:sp>
        <p:nvSpPr>
          <p:cNvPr id="22" name="Rectangle: Rounded Corners 21">
            <a:extLst>
              <a:ext uri="{FF2B5EF4-FFF2-40B4-BE49-F238E27FC236}">
                <a16:creationId xmlns:a16="http://schemas.microsoft.com/office/drawing/2014/main" id="{F13BE4D7-0C3D-4906-B230-A1C5B4665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34622" y="1190977"/>
            <a:ext cx="8274756" cy="3576285"/>
          </a:xfrm>
          <a:prstGeom prst="roundRect">
            <a:avLst>
              <a:gd name="adj" fmla="val 3174"/>
            </a:avLst>
          </a:prstGeom>
          <a:solidFill>
            <a:schemeClr val="bg1">
              <a:alpha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3" name="Content Placeholder 2">
            <a:extLst>
              <a:ext uri="{FF2B5EF4-FFF2-40B4-BE49-F238E27FC236}">
                <a16:creationId xmlns:a16="http://schemas.microsoft.com/office/drawing/2014/main" id="{6B721106-9E00-DEBB-4351-69A5224B5D00}"/>
              </a:ext>
            </a:extLst>
          </p:cNvPr>
          <p:cNvGraphicFramePr>
            <a:graphicFrameLocks noGrp="1"/>
          </p:cNvGraphicFramePr>
          <p:nvPr>
            <p:ph idx="1"/>
            <p:extLst>
              <p:ext uri="{D42A27DB-BD31-4B8C-83A1-F6EECF244321}">
                <p14:modId xmlns:p14="http://schemas.microsoft.com/office/powerpoint/2010/main" val="300949122"/>
              </p:ext>
            </p:extLst>
          </p:nvPr>
        </p:nvGraphicFramePr>
        <p:xfrm>
          <a:off x="628650" y="1350683"/>
          <a:ext cx="7886700" cy="326350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E2B703B-46F9-481A-A605-82E2A828C4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8650" y="344897"/>
            <a:ext cx="7886700" cy="753445"/>
          </a:xfrm>
        </p:spPr>
        <p:txBody>
          <a:bodyPr>
            <a:normAutofit/>
          </a:bodyPr>
          <a:lstStyle/>
          <a:p>
            <a:pPr marL="0" lvl="0" indent="0">
              <a:buNone/>
            </a:pPr>
            <a:r>
              <a:rPr lang="en-US">
                <a:solidFill>
                  <a:srgbClr val="FFFFFF"/>
                </a:solidFill>
              </a:rPr>
              <a:t>How to Use RMarkdown</a:t>
            </a:r>
          </a:p>
        </p:txBody>
      </p:sp>
      <p:sp>
        <p:nvSpPr>
          <p:cNvPr id="18" name="Rectangle: Rounded Corners 17">
            <a:extLst>
              <a:ext uri="{FF2B5EF4-FFF2-40B4-BE49-F238E27FC236}">
                <a16:creationId xmlns:a16="http://schemas.microsoft.com/office/drawing/2014/main" id="{F13BE4D7-0C3D-4906-B230-A1C5B4665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34622" y="1190977"/>
            <a:ext cx="8274756" cy="3576285"/>
          </a:xfrm>
          <a:prstGeom prst="roundRect">
            <a:avLst>
              <a:gd name="adj" fmla="val 3174"/>
            </a:avLst>
          </a:prstGeom>
          <a:solidFill>
            <a:schemeClr val="bg1">
              <a:alpha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9" name="Content Placeholder 2">
            <a:extLst>
              <a:ext uri="{FF2B5EF4-FFF2-40B4-BE49-F238E27FC236}">
                <a16:creationId xmlns:a16="http://schemas.microsoft.com/office/drawing/2014/main" id="{ADA1CF74-F30F-EE26-C7D0-4B5DA00CDC49}"/>
              </a:ext>
            </a:extLst>
          </p:cNvPr>
          <p:cNvGraphicFramePr>
            <a:graphicFrameLocks noGrp="1"/>
          </p:cNvGraphicFramePr>
          <p:nvPr>
            <p:ph idx="1"/>
            <p:extLst>
              <p:ext uri="{D42A27DB-BD31-4B8C-83A1-F6EECF244321}">
                <p14:modId xmlns:p14="http://schemas.microsoft.com/office/powerpoint/2010/main" val="1197350291"/>
              </p:ext>
            </p:extLst>
          </p:nvPr>
        </p:nvGraphicFramePr>
        <p:xfrm>
          <a:off x="628650" y="1350683"/>
          <a:ext cx="7886700" cy="32635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AC17DE74-01C9-4859-B65A-85CF999E85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Shape 25">
            <a:extLst>
              <a:ext uri="{FF2B5EF4-FFF2-40B4-BE49-F238E27FC236}">
                <a16:creationId xmlns:a16="http://schemas.microsoft.com/office/drawing/2014/main" id="{068C0432-0E90-4CC1-8CD3-D44A90DF0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1760560"/>
          </a:xfrm>
          <a:custGeom>
            <a:avLst/>
            <a:gdLst>
              <a:gd name="connsiteX0" fmla="*/ 0 w 12192000"/>
              <a:gd name="connsiteY0" fmla="*/ 0 h 2347414"/>
              <a:gd name="connsiteX1" fmla="*/ 12192000 w 12192000"/>
              <a:gd name="connsiteY1" fmla="*/ 0 h 2347414"/>
              <a:gd name="connsiteX2" fmla="*/ 12192000 w 12192000"/>
              <a:gd name="connsiteY2" fmla="*/ 1736458 h 2347414"/>
              <a:gd name="connsiteX3" fmla="*/ 11967601 w 12192000"/>
              <a:gd name="connsiteY3" fmla="*/ 1784034 h 2347414"/>
              <a:gd name="connsiteX4" fmla="*/ 10829000 w 12192000"/>
              <a:gd name="connsiteY4" fmla="*/ 1983294 h 2347414"/>
              <a:gd name="connsiteX5" fmla="*/ 10743779 w 12192000"/>
              <a:gd name="connsiteY5" fmla="*/ 1996027 h 2347414"/>
              <a:gd name="connsiteX6" fmla="*/ 10829254 w 12192000"/>
              <a:gd name="connsiteY6" fmla="*/ 1987751 h 2347414"/>
              <a:gd name="connsiteX7" fmla="*/ 10847162 w 12192000"/>
              <a:gd name="connsiteY7" fmla="*/ 1988388 h 2347414"/>
              <a:gd name="connsiteX8" fmla="*/ 11575155 w 12192000"/>
              <a:gd name="connsiteY8" fmla="*/ 1921415 h 2347414"/>
              <a:gd name="connsiteX9" fmla="*/ 12192000 w 12192000"/>
              <a:gd name="connsiteY9" fmla="*/ 1851213 h 2347414"/>
              <a:gd name="connsiteX10" fmla="*/ 12192000 w 12192000"/>
              <a:gd name="connsiteY10" fmla="*/ 1907356 h 2347414"/>
              <a:gd name="connsiteX11" fmla="*/ 12035532 w 12192000"/>
              <a:gd name="connsiteY11" fmla="*/ 1927033 h 2347414"/>
              <a:gd name="connsiteX12" fmla="*/ 11576932 w 12192000"/>
              <a:gd name="connsiteY12" fmla="*/ 1976291 h 2347414"/>
              <a:gd name="connsiteX13" fmla="*/ 10627316 w 12192000"/>
              <a:gd name="connsiteY13" fmla="*/ 2061470 h 2347414"/>
              <a:gd name="connsiteX14" fmla="*/ 9804196 w 12192000"/>
              <a:gd name="connsiteY14" fmla="*/ 2123478 h 2347414"/>
              <a:gd name="connsiteX15" fmla="*/ 9243851 w 12192000"/>
              <a:gd name="connsiteY15" fmla="*/ 2180008 h 2347414"/>
              <a:gd name="connsiteX16" fmla="*/ 8731259 w 12192000"/>
              <a:gd name="connsiteY16" fmla="*/ 2225081 h 2347414"/>
              <a:gd name="connsiteX17" fmla="*/ 8065752 w 12192000"/>
              <a:gd name="connsiteY17" fmla="*/ 2271681 h 2347414"/>
              <a:gd name="connsiteX18" fmla="*/ 7658065 w 12192000"/>
              <a:gd name="connsiteY18" fmla="*/ 2292562 h 2347414"/>
              <a:gd name="connsiteX19" fmla="*/ 6531024 w 12192000"/>
              <a:gd name="connsiteY19" fmla="*/ 2324138 h 2347414"/>
              <a:gd name="connsiteX20" fmla="*/ 6178331 w 12192000"/>
              <a:gd name="connsiteY20" fmla="*/ 2345655 h 2347414"/>
              <a:gd name="connsiteX21" fmla="*/ 5977282 w 12192000"/>
              <a:gd name="connsiteY21" fmla="*/ 2344127 h 2347414"/>
              <a:gd name="connsiteX22" fmla="*/ 5367658 w 12192000"/>
              <a:gd name="connsiteY22" fmla="*/ 2329230 h 2347414"/>
              <a:gd name="connsiteX23" fmla="*/ 4387306 w 12192000"/>
              <a:gd name="connsiteY23" fmla="*/ 2288614 h 2347414"/>
              <a:gd name="connsiteX24" fmla="*/ 4180287 w 12192000"/>
              <a:gd name="connsiteY24" fmla="*/ 2280211 h 2347414"/>
              <a:gd name="connsiteX25" fmla="*/ 3842199 w 12192000"/>
              <a:gd name="connsiteY25" fmla="*/ 2257039 h 2347414"/>
              <a:gd name="connsiteX26" fmla="*/ 3730309 w 12192000"/>
              <a:gd name="connsiteY26" fmla="*/ 2251182 h 2347414"/>
              <a:gd name="connsiteX27" fmla="*/ 3425496 w 12192000"/>
              <a:gd name="connsiteY27" fmla="*/ 2231320 h 2347414"/>
              <a:gd name="connsiteX28" fmla="*/ 3076106 w 12192000"/>
              <a:gd name="connsiteY28" fmla="*/ 2201781 h 2347414"/>
              <a:gd name="connsiteX29" fmla="*/ 2819682 w 12192000"/>
              <a:gd name="connsiteY29" fmla="*/ 2182427 h 2347414"/>
              <a:gd name="connsiteX30" fmla="*/ 2525539 w 12192000"/>
              <a:gd name="connsiteY30" fmla="*/ 2152888 h 2347414"/>
              <a:gd name="connsiteX31" fmla="*/ 2311915 w 12192000"/>
              <a:gd name="connsiteY31" fmla="*/ 2133536 h 2347414"/>
              <a:gd name="connsiteX32" fmla="*/ 2054223 w 12192000"/>
              <a:gd name="connsiteY32" fmla="*/ 2104760 h 2347414"/>
              <a:gd name="connsiteX33" fmla="*/ 1865367 w 12192000"/>
              <a:gd name="connsiteY33" fmla="*/ 2084770 h 2347414"/>
              <a:gd name="connsiteX34" fmla="*/ 1629263 w 12192000"/>
              <a:gd name="connsiteY34" fmla="*/ 2055996 h 2347414"/>
              <a:gd name="connsiteX35" fmla="*/ 1458823 w 12192000"/>
              <a:gd name="connsiteY35" fmla="*/ 2035751 h 2347414"/>
              <a:gd name="connsiteX36" fmla="*/ 1241390 w 12192000"/>
              <a:gd name="connsiteY36" fmla="*/ 2007103 h 2347414"/>
              <a:gd name="connsiteX37" fmla="*/ 1047453 w 12192000"/>
              <a:gd name="connsiteY37" fmla="*/ 1980748 h 2347414"/>
              <a:gd name="connsiteX38" fmla="*/ 814907 w 12192000"/>
              <a:gd name="connsiteY38" fmla="*/ 1949045 h 2347414"/>
              <a:gd name="connsiteX39" fmla="*/ 592649 w 12192000"/>
              <a:gd name="connsiteY39" fmla="*/ 1913776 h 2347414"/>
              <a:gd name="connsiteX40" fmla="*/ 343591 w 12192000"/>
              <a:gd name="connsiteY40" fmla="*/ 1872650 h 2347414"/>
              <a:gd name="connsiteX41" fmla="*/ 35731 w 12192000"/>
              <a:gd name="connsiteY41" fmla="*/ 1821722 h 2347414"/>
              <a:gd name="connsiteX42" fmla="*/ 0 w 12192000"/>
              <a:gd name="connsiteY42" fmla="*/ 1814848 h 2347414"/>
              <a:gd name="connsiteX43" fmla="*/ 0 w 12192000"/>
              <a:gd name="connsiteY43" fmla="*/ 1758489 h 2347414"/>
              <a:gd name="connsiteX44" fmla="*/ 274248 w 12192000"/>
              <a:gd name="connsiteY44" fmla="*/ 1808735 h 2347414"/>
              <a:gd name="connsiteX45" fmla="*/ 498157 w 12192000"/>
              <a:gd name="connsiteY45" fmla="*/ 1846167 h 2347414"/>
              <a:gd name="connsiteX46" fmla="*/ 722828 w 12192000"/>
              <a:gd name="connsiteY46" fmla="*/ 1878635 h 2347414"/>
              <a:gd name="connsiteX47" fmla="*/ 949913 w 12192000"/>
              <a:gd name="connsiteY47" fmla="*/ 1912375 h 2347414"/>
              <a:gd name="connsiteX48" fmla="*/ 1195414 w 12192000"/>
              <a:gd name="connsiteY48" fmla="*/ 1947516 h 2347414"/>
              <a:gd name="connsiteX49" fmla="*/ 1342867 w 12192000"/>
              <a:gd name="connsiteY49" fmla="*/ 1968397 h 2347414"/>
              <a:gd name="connsiteX50" fmla="*/ 1518007 w 12192000"/>
              <a:gd name="connsiteY50" fmla="*/ 1988006 h 2347414"/>
              <a:gd name="connsiteX51" fmla="*/ 1701403 w 12192000"/>
              <a:gd name="connsiteY51" fmla="*/ 2010669 h 2347414"/>
              <a:gd name="connsiteX52" fmla="*/ 1879210 w 12192000"/>
              <a:gd name="connsiteY52" fmla="*/ 2031167 h 2347414"/>
              <a:gd name="connsiteX53" fmla="*/ 2068702 w 12192000"/>
              <a:gd name="connsiteY53" fmla="*/ 2052940 h 2347414"/>
              <a:gd name="connsiteX54" fmla="*/ 2212090 w 12192000"/>
              <a:gd name="connsiteY54" fmla="*/ 2067583 h 2347414"/>
              <a:gd name="connsiteX55" fmla="*/ 2416949 w 12192000"/>
              <a:gd name="connsiteY55" fmla="*/ 2089609 h 2347414"/>
              <a:gd name="connsiteX56" fmla="*/ 2582055 w 12192000"/>
              <a:gd name="connsiteY56" fmla="*/ 2105397 h 2347414"/>
              <a:gd name="connsiteX57" fmla="*/ 2802282 w 12192000"/>
              <a:gd name="connsiteY57" fmla="*/ 2126405 h 2347414"/>
              <a:gd name="connsiteX58" fmla="*/ 2984916 w 12192000"/>
              <a:gd name="connsiteY58" fmla="*/ 2141684 h 2347414"/>
              <a:gd name="connsiteX59" fmla="*/ 3241847 w 12192000"/>
              <a:gd name="connsiteY59" fmla="*/ 2164094 h 2347414"/>
              <a:gd name="connsiteX60" fmla="*/ 3439848 w 12192000"/>
              <a:gd name="connsiteY60" fmla="*/ 2176826 h 2347414"/>
              <a:gd name="connsiteX61" fmla="*/ 3658678 w 12192000"/>
              <a:gd name="connsiteY61" fmla="*/ 2194523 h 2347414"/>
              <a:gd name="connsiteX62" fmla="*/ 3881317 w 12192000"/>
              <a:gd name="connsiteY62" fmla="*/ 2206491 h 2347414"/>
              <a:gd name="connsiteX63" fmla="*/ 4148916 w 12192000"/>
              <a:gd name="connsiteY63" fmla="*/ 2225081 h 2347414"/>
              <a:gd name="connsiteX64" fmla="*/ 4468337 w 12192000"/>
              <a:gd name="connsiteY64" fmla="*/ 2237813 h 2347414"/>
              <a:gd name="connsiteX65" fmla="*/ 4605375 w 12192000"/>
              <a:gd name="connsiteY65" fmla="*/ 2240232 h 2347414"/>
              <a:gd name="connsiteX66" fmla="*/ 4527647 w 12192000"/>
              <a:gd name="connsiteY66" fmla="*/ 2236412 h 2347414"/>
              <a:gd name="connsiteX67" fmla="*/ 4175589 w 12192000"/>
              <a:gd name="connsiteY67" fmla="*/ 2212985 h 2347414"/>
              <a:gd name="connsiteX68" fmla="*/ 3988255 w 12192000"/>
              <a:gd name="connsiteY68" fmla="*/ 2200253 h 2347414"/>
              <a:gd name="connsiteX69" fmla="*/ 3686492 w 12192000"/>
              <a:gd name="connsiteY69" fmla="*/ 2176062 h 2347414"/>
              <a:gd name="connsiteX70" fmla="*/ 3517320 w 12192000"/>
              <a:gd name="connsiteY70" fmla="*/ 2163330 h 2347414"/>
              <a:gd name="connsiteX71" fmla="*/ 3258357 w 12192000"/>
              <a:gd name="connsiteY71" fmla="*/ 2139519 h 2347414"/>
              <a:gd name="connsiteX72" fmla="*/ 3101506 w 12192000"/>
              <a:gd name="connsiteY72" fmla="*/ 2126787 h 2347414"/>
              <a:gd name="connsiteX73" fmla="*/ 2809395 w 12192000"/>
              <a:gd name="connsiteY73" fmla="*/ 2097502 h 2347414"/>
              <a:gd name="connsiteX74" fmla="*/ 2598566 w 12192000"/>
              <a:gd name="connsiteY74" fmla="*/ 2078532 h 2347414"/>
              <a:gd name="connsiteX75" fmla="*/ 2337444 w 12192000"/>
              <a:gd name="connsiteY75" fmla="*/ 2048611 h 2347414"/>
              <a:gd name="connsiteX76" fmla="*/ 2091054 w 12192000"/>
              <a:gd name="connsiteY76" fmla="*/ 2023146 h 2347414"/>
              <a:gd name="connsiteX77" fmla="*/ 1755761 w 12192000"/>
              <a:gd name="connsiteY77" fmla="*/ 1981384 h 2347414"/>
              <a:gd name="connsiteX78" fmla="*/ 1441169 w 12192000"/>
              <a:gd name="connsiteY78" fmla="*/ 1943824 h 2347414"/>
              <a:gd name="connsiteX79" fmla="*/ 1017607 w 12192000"/>
              <a:gd name="connsiteY79" fmla="*/ 1883345 h 2347414"/>
              <a:gd name="connsiteX80" fmla="*/ 594427 w 12192000"/>
              <a:gd name="connsiteY80" fmla="*/ 1821849 h 2347414"/>
              <a:gd name="connsiteX81" fmla="*/ 200711 w 12192000"/>
              <a:gd name="connsiteY81" fmla="*/ 1755132 h 2347414"/>
              <a:gd name="connsiteX82" fmla="*/ 0 w 12192000"/>
              <a:gd name="connsiteY82" fmla="*/ 1718743 h 2347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Lst>
            <a:rect l="l" t="t" r="r" b="b"/>
            <a:pathLst>
              <a:path w="12192000" h="2347414">
                <a:moveTo>
                  <a:pt x="0" y="0"/>
                </a:moveTo>
                <a:lnTo>
                  <a:pt x="12192000" y="0"/>
                </a:lnTo>
                <a:lnTo>
                  <a:pt x="12192000" y="1736458"/>
                </a:lnTo>
                <a:lnTo>
                  <a:pt x="11967601" y="1784034"/>
                </a:lnTo>
                <a:cubicBezTo>
                  <a:pt x="11589888" y="1859409"/>
                  <a:pt x="11209762" y="1923961"/>
                  <a:pt x="10829000" y="1983294"/>
                </a:cubicBezTo>
                <a:lnTo>
                  <a:pt x="10743779" y="1996027"/>
                </a:lnTo>
                <a:cubicBezTo>
                  <a:pt x="10772495" y="1996778"/>
                  <a:pt x="10801211" y="1993989"/>
                  <a:pt x="10829254" y="1987751"/>
                </a:cubicBezTo>
                <a:cubicBezTo>
                  <a:pt x="10835198" y="1988337"/>
                  <a:pt x="10841180" y="1988553"/>
                  <a:pt x="10847162" y="1988388"/>
                </a:cubicBezTo>
                <a:cubicBezTo>
                  <a:pt x="11090123" y="1968907"/>
                  <a:pt x="11332703" y="1945734"/>
                  <a:pt x="11575155" y="1921415"/>
                </a:cubicBezTo>
                <a:lnTo>
                  <a:pt x="12192000" y="1851213"/>
                </a:lnTo>
                <a:lnTo>
                  <a:pt x="12192000" y="1907356"/>
                </a:lnTo>
                <a:lnTo>
                  <a:pt x="12035532" y="1927033"/>
                </a:lnTo>
                <a:cubicBezTo>
                  <a:pt x="11882793" y="1944747"/>
                  <a:pt x="11729910" y="1961077"/>
                  <a:pt x="11576932" y="1976291"/>
                </a:cubicBezTo>
                <a:cubicBezTo>
                  <a:pt x="11260690" y="2008122"/>
                  <a:pt x="10944193" y="2037279"/>
                  <a:pt x="10627316" y="2061470"/>
                </a:cubicBezTo>
                <a:cubicBezTo>
                  <a:pt x="10352985" y="2082351"/>
                  <a:pt x="10078401" y="2100431"/>
                  <a:pt x="9804196" y="2123478"/>
                </a:cubicBezTo>
                <a:cubicBezTo>
                  <a:pt x="9617118" y="2139137"/>
                  <a:pt x="9430675" y="2161674"/>
                  <a:pt x="9243851" y="2180008"/>
                </a:cubicBezTo>
                <a:cubicBezTo>
                  <a:pt x="9073157" y="2196433"/>
                  <a:pt x="8902207" y="2211966"/>
                  <a:pt x="8731259" y="2225081"/>
                </a:cubicBezTo>
                <a:cubicBezTo>
                  <a:pt x="8509507" y="2242054"/>
                  <a:pt x="8287667" y="2257586"/>
                  <a:pt x="8065752" y="2271681"/>
                </a:cubicBezTo>
                <a:cubicBezTo>
                  <a:pt x="7929984" y="2280466"/>
                  <a:pt x="7793961" y="2285814"/>
                  <a:pt x="7658065" y="2292562"/>
                </a:cubicBezTo>
                <a:cubicBezTo>
                  <a:pt x="7282640" y="2311661"/>
                  <a:pt x="6906704" y="2314208"/>
                  <a:pt x="6531024" y="2324138"/>
                </a:cubicBezTo>
                <a:cubicBezTo>
                  <a:pt x="6413417" y="2327322"/>
                  <a:pt x="6295937" y="2338399"/>
                  <a:pt x="6178331" y="2345655"/>
                </a:cubicBezTo>
                <a:cubicBezTo>
                  <a:pt x="6111271" y="2349730"/>
                  <a:pt x="6044342" y="2345655"/>
                  <a:pt x="5977282" y="2344127"/>
                </a:cubicBezTo>
                <a:cubicBezTo>
                  <a:pt x="5774073" y="2338908"/>
                  <a:pt x="5570866" y="2334960"/>
                  <a:pt x="5367658" y="2329230"/>
                </a:cubicBezTo>
                <a:cubicBezTo>
                  <a:pt x="5040746" y="2319809"/>
                  <a:pt x="4713963" y="2306274"/>
                  <a:pt x="4387306" y="2288614"/>
                </a:cubicBezTo>
                <a:cubicBezTo>
                  <a:pt x="4318342" y="2284796"/>
                  <a:pt x="4249253" y="2284286"/>
                  <a:pt x="4180287" y="2280211"/>
                </a:cubicBezTo>
                <a:cubicBezTo>
                  <a:pt x="4067634" y="2273463"/>
                  <a:pt x="3954980" y="2265060"/>
                  <a:pt x="3842199" y="2257039"/>
                </a:cubicBezTo>
                <a:cubicBezTo>
                  <a:pt x="3804988" y="2254492"/>
                  <a:pt x="3767648" y="2254620"/>
                  <a:pt x="3730309" y="2251182"/>
                </a:cubicBezTo>
                <a:cubicBezTo>
                  <a:pt x="3628704" y="2242142"/>
                  <a:pt x="3527101" y="2238449"/>
                  <a:pt x="3425496" y="2231320"/>
                </a:cubicBezTo>
                <a:cubicBezTo>
                  <a:pt x="3308906" y="2222534"/>
                  <a:pt x="3192569" y="2211330"/>
                  <a:pt x="3076106" y="2201781"/>
                </a:cubicBezTo>
                <a:cubicBezTo>
                  <a:pt x="2990757" y="2194905"/>
                  <a:pt x="2905157" y="2190067"/>
                  <a:pt x="2819682" y="2182427"/>
                </a:cubicBezTo>
                <a:cubicBezTo>
                  <a:pt x="2721507" y="2173515"/>
                  <a:pt x="2623586" y="2162311"/>
                  <a:pt x="2525539" y="2152888"/>
                </a:cubicBezTo>
                <a:cubicBezTo>
                  <a:pt x="2454289" y="2145886"/>
                  <a:pt x="2383038" y="2140920"/>
                  <a:pt x="2311915" y="2133536"/>
                </a:cubicBezTo>
                <a:cubicBezTo>
                  <a:pt x="2225933" y="2124749"/>
                  <a:pt x="2140204" y="2114182"/>
                  <a:pt x="2054223" y="2104760"/>
                </a:cubicBezTo>
                <a:cubicBezTo>
                  <a:pt x="1990719" y="2097758"/>
                  <a:pt x="1928233" y="2092028"/>
                  <a:pt x="1865367" y="2084770"/>
                </a:cubicBezTo>
                <a:cubicBezTo>
                  <a:pt x="1786622" y="2075603"/>
                  <a:pt x="1708006" y="2065545"/>
                  <a:pt x="1629263" y="2055996"/>
                </a:cubicBezTo>
                <a:cubicBezTo>
                  <a:pt x="1572492" y="2049120"/>
                  <a:pt x="1515595" y="2043264"/>
                  <a:pt x="1458823" y="2035751"/>
                </a:cubicBezTo>
                <a:cubicBezTo>
                  <a:pt x="1386303" y="2026585"/>
                  <a:pt x="1313784" y="2016780"/>
                  <a:pt x="1241390" y="2007103"/>
                </a:cubicBezTo>
                <a:lnTo>
                  <a:pt x="1047453" y="1980748"/>
                </a:lnTo>
                <a:cubicBezTo>
                  <a:pt x="969980" y="1970180"/>
                  <a:pt x="892254" y="1960377"/>
                  <a:pt x="814907" y="1949045"/>
                </a:cubicBezTo>
                <a:cubicBezTo>
                  <a:pt x="740609" y="1938094"/>
                  <a:pt x="666692" y="1925744"/>
                  <a:pt x="592649" y="1913776"/>
                </a:cubicBezTo>
                <a:cubicBezTo>
                  <a:pt x="509587" y="1900280"/>
                  <a:pt x="426653" y="1886274"/>
                  <a:pt x="343591" y="1872650"/>
                </a:cubicBezTo>
                <a:cubicBezTo>
                  <a:pt x="240972" y="1855716"/>
                  <a:pt x="138225" y="1839673"/>
                  <a:pt x="35731" y="1821722"/>
                </a:cubicBezTo>
                <a:lnTo>
                  <a:pt x="0" y="1814848"/>
                </a:lnTo>
                <a:lnTo>
                  <a:pt x="0" y="1758489"/>
                </a:lnTo>
                <a:lnTo>
                  <a:pt x="274248" y="1808735"/>
                </a:lnTo>
                <a:cubicBezTo>
                  <a:pt x="348926" y="1821467"/>
                  <a:pt x="423604" y="1832798"/>
                  <a:pt x="498157" y="1846167"/>
                </a:cubicBezTo>
                <a:cubicBezTo>
                  <a:pt x="572708" y="1859536"/>
                  <a:pt x="647896" y="1867813"/>
                  <a:pt x="722828" y="1878635"/>
                </a:cubicBezTo>
                <a:cubicBezTo>
                  <a:pt x="797762" y="1889457"/>
                  <a:pt x="874219" y="1901426"/>
                  <a:pt x="949913" y="1912375"/>
                </a:cubicBezTo>
                <a:cubicBezTo>
                  <a:pt x="1031704" y="1924343"/>
                  <a:pt x="1113496" y="1935802"/>
                  <a:pt x="1195414" y="1947516"/>
                </a:cubicBezTo>
                <a:cubicBezTo>
                  <a:pt x="1244566" y="1954519"/>
                  <a:pt x="1293589" y="1962285"/>
                  <a:pt x="1342867" y="1968397"/>
                </a:cubicBezTo>
                <a:cubicBezTo>
                  <a:pt x="1401162" y="1975656"/>
                  <a:pt x="1459712" y="1981130"/>
                  <a:pt x="1518007" y="1988006"/>
                </a:cubicBezTo>
                <a:cubicBezTo>
                  <a:pt x="1579224" y="1995263"/>
                  <a:pt x="1640186" y="2003411"/>
                  <a:pt x="1701403" y="2010669"/>
                </a:cubicBezTo>
                <a:cubicBezTo>
                  <a:pt x="1762618" y="2017926"/>
                  <a:pt x="1820279" y="2024292"/>
                  <a:pt x="1879210" y="2031167"/>
                </a:cubicBezTo>
                <a:cubicBezTo>
                  <a:pt x="1942712" y="2038425"/>
                  <a:pt x="2006214" y="2046064"/>
                  <a:pt x="2068702" y="2052940"/>
                </a:cubicBezTo>
                <a:cubicBezTo>
                  <a:pt x="2116455" y="2058160"/>
                  <a:pt x="2164335" y="2062362"/>
                  <a:pt x="2212090" y="2067583"/>
                </a:cubicBezTo>
                <a:cubicBezTo>
                  <a:pt x="2280419" y="2074967"/>
                  <a:pt x="2348493" y="2085152"/>
                  <a:pt x="2416949" y="2089609"/>
                </a:cubicBezTo>
                <a:cubicBezTo>
                  <a:pt x="2472070" y="2093302"/>
                  <a:pt x="2526936" y="2099540"/>
                  <a:pt x="2582055" y="2105397"/>
                </a:cubicBezTo>
                <a:cubicBezTo>
                  <a:pt x="2655337" y="2113291"/>
                  <a:pt x="2729001" y="2119785"/>
                  <a:pt x="2802282" y="2126405"/>
                </a:cubicBezTo>
                <a:cubicBezTo>
                  <a:pt x="2862991" y="2131753"/>
                  <a:pt x="2924207" y="2136337"/>
                  <a:pt x="2984916" y="2141684"/>
                </a:cubicBezTo>
                <a:cubicBezTo>
                  <a:pt x="3070516" y="2149324"/>
                  <a:pt x="3156373" y="2152888"/>
                  <a:pt x="3241847" y="2164094"/>
                </a:cubicBezTo>
                <a:cubicBezTo>
                  <a:pt x="3307255" y="2172624"/>
                  <a:pt x="3374060" y="2169822"/>
                  <a:pt x="3439848" y="2176826"/>
                </a:cubicBezTo>
                <a:cubicBezTo>
                  <a:pt x="3512622" y="2184592"/>
                  <a:pt x="3585777" y="2186247"/>
                  <a:pt x="3658678" y="2194523"/>
                </a:cubicBezTo>
                <a:cubicBezTo>
                  <a:pt x="3731578" y="2202800"/>
                  <a:pt x="3807019" y="2201781"/>
                  <a:pt x="3881317" y="2206491"/>
                </a:cubicBezTo>
                <a:cubicBezTo>
                  <a:pt x="3970222" y="2212094"/>
                  <a:pt x="4059124" y="2223552"/>
                  <a:pt x="4148916" y="2225081"/>
                </a:cubicBezTo>
                <a:cubicBezTo>
                  <a:pt x="4255600" y="2226736"/>
                  <a:pt x="4361779" y="2236539"/>
                  <a:pt x="4468337" y="2237813"/>
                </a:cubicBezTo>
                <a:cubicBezTo>
                  <a:pt x="4511390" y="2238577"/>
                  <a:pt x="4554190" y="2246852"/>
                  <a:pt x="4605375" y="2240232"/>
                </a:cubicBezTo>
                <a:cubicBezTo>
                  <a:pt x="4574131" y="2238704"/>
                  <a:pt x="4550762" y="2237940"/>
                  <a:pt x="4527647" y="2236412"/>
                </a:cubicBezTo>
                <a:cubicBezTo>
                  <a:pt x="4410293" y="2228773"/>
                  <a:pt x="4292942" y="2220751"/>
                  <a:pt x="4175589" y="2212985"/>
                </a:cubicBezTo>
                <a:cubicBezTo>
                  <a:pt x="4113101" y="2208783"/>
                  <a:pt x="4050615" y="2205219"/>
                  <a:pt x="3988255" y="2200253"/>
                </a:cubicBezTo>
                <a:cubicBezTo>
                  <a:pt x="3887668" y="2192487"/>
                  <a:pt x="3787079" y="2184082"/>
                  <a:pt x="3686492" y="2176062"/>
                </a:cubicBezTo>
                <a:cubicBezTo>
                  <a:pt x="3630102" y="2171605"/>
                  <a:pt x="3573711" y="2168040"/>
                  <a:pt x="3517320" y="2163330"/>
                </a:cubicBezTo>
                <a:cubicBezTo>
                  <a:pt x="3430958" y="2155689"/>
                  <a:pt x="3344721" y="2147159"/>
                  <a:pt x="3258357" y="2139519"/>
                </a:cubicBezTo>
                <a:cubicBezTo>
                  <a:pt x="3206031" y="2134809"/>
                  <a:pt x="3153705" y="2131371"/>
                  <a:pt x="3101506" y="2126787"/>
                </a:cubicBezTo>
                <a:cubicBezTo>
                  <a:pt x="3004220" y="2117365"/>
                  <a:pt x="2907061" y="2106798"/>
                  <a:pt x="2809395" y="2097502"/>
                </a:cubicBezTo>
                <a:cubicBezTo>
                  <a:pt x="2739161" y="2090628"/>
                  <a:pt x="2668673" y="2085916"/>
                  <a:pt x="2598566" y="2078532"/>
                </a:cubicBezTo>
                <a:cubicBezTo>
                  <a:pt x="2511441" y="2069365"/>
                  <a:pt x="2424569" y="2058160"/>
                  <a:pt x="2337444" y="2048611"/>
                </a:cubicBezTo>
                <a:cubicBezTo>
                  <a:pt x="2255399" y="2039699"/>
                  <a:pt x="2173099" y="2032950"/>
                  <a:pt x="2091054" y="2023146"/>
                </a:cubicBezTo>
                <a:cubicBezTo>
                  <a:pt x="1979162" y="2010414"/>
                  <a:pt x="1867524" y="1995008"/>
                  <a:pt x="1755761" y="1981384"/>
                </a:cubicBezTo>
                <a:cubicBezTo>
                  <a:pt x="1650982" y="1968652"/>
                  <a:pt x="1545821" y="1957830"/>
                  <a:pt x="1441169" y="1943824"/>
                </a:cubicBezTo>
                <a:cubicBezTo>
                  <a:pt x="1299813" y="1924980"/>
                  <a:pt x="1158837" y="1903718"/>
                  <a:pt x="1017607" y="1883345"/>
                </a:cubicBezTo>
                <a:cubicBezTo>
                  <a:pt x="876378" y="1862974"/>
                  <a:pt x="735402" y="1844003"/>
                  <a:pt x="594427" y="1821849"/>
                </a:cubicBezTo>
                <a:cubicBezTo>
                  <a:pt x="462850" y="1801222"/>
                  <a:pt x="331526" y="1778304"/>
                  <a:pt x="200711" y="1755132"/>
                </a:cubicBezTo>
                <a:lnTo>
                  <a:pt x="0" y="1718743"/>
                </a:lnTo>
                <a:close/>
              </a:path>
            </a:pathLst>
          </a:custGeom>
          <a:solidFill>
            <a:schemeClr val="accent2"/>
          </a:solidFill>
          <a:ln w="8199" cap="flat">
            <a:noFill/>
            <a:prstDash val="solid"/>
            <a:miter/>
          </a:ln>
        </p:spPr>
        <p:txBody>
          <a:bodyPr rtlCol="0" anchor="ctr"/>
          <a:lstStyle/>
          <a:p>
            <a:endParaRPr lang="en-US"/>
          </a:p>
        </p:txBody>
      </p:sp>
      <p:sp>
        <p:nvSpPr>
          <p:cNvPr id="2" name="Title 1"/>
          <p:cNvSpPr>
            <a:spLocks noGrp="1"/>
          </p:cNvSpPr>
          <p:nvPr>
            <p:ph type="title"/>
          </p:nvPr>
        </p:nvSpPr>
        <p:spPr>
          <a:xfrm>
            <a:off x="628650" y="300915"/>
            <a:ext cx="7886700" cy="1011049"/>
          </a:xfrm>
        </p:spPr>
        <p:txBody>
          <a:bodyPr>
            <a:normAutofit/>
          </a:bodyPr>
          <a:lstStyle/>
          <a:p>
            <a:pPr marL="0" lvl="0" indent="0">
              <a:buNone/>
            </a:pPr>
            <a:r>
              <a:rPr lang="en-US" sz="4100">
                <a:solidFill>
                  <a:srgbClr val="FFFFFF"/>
                </a:solidFill>
              </a:rPr>
              <a:t>Example Header</a:t>
            </a:r>
          </a:p>
        </p:txBody>
      </p:sp>
      <p:sp>
        <p:nvSpPr>
          <p:cNvPr id="3" name="Content Placeholder 2"/>
          <p:cNvSpPr>
            <a:spLocks noGrp="1"/>
          </p:cNvSpPr>
          <p:nvPr>
            <p:ph idx="1"/>
          </p:nvPr>
        </p:nvSpPr>
        <p:spPr>
          <a:xfrm>
            <a:off x="628650" y="1940091"/>
            <a:ext cx="7886700" cy="2692631"/>
          </a:xfrm>
        </p:spPr>
        <p:txBody>
          <a:bodyPr>
            <a:normAutofit/>
          </a:bodyPr>
          <a:lstStyle/>
          <a:p>
            <a:pPr lvl="0" indent="0">
              <a:buNone/>
            </a:pPr>
            <a:r>
              <a:rPr lang="en-US" sz="1700">
                <a:latin typeface="Courier"/>
              </a:rPr>
              <a:t>---</a:t>
            </a:r>
            <a:br>
              <a:rPr lang="en-US" sz="1700"/>
            </a:br>
            <a:r>
              <a:rPr lang="en-US" sz="1700">
                <a:latin typeface="Courier"/>
              </a:rPr>
              <a:t>title</a:t>
            </a:r>
            <a:r>
              <a:rPr lang="en-US" sz="1700" b="1">
                <a:latin typeface="Courier"/>
              </a:rPr>
              <a:t>:</a:t>
            </a:r>
            <a:r>
              <a:rPr lang="en-US" sz="1700">
                <a:latin typeface="Courier"/>
              </a:rPr>
              <a:t> "Your Presentation Title"</a:t>
            </a:r>
            <a:br>
              <a:rPr lang="en-US" sz="1700"/>
            </a:br>
            <a:r>
              <a:rPr lang="en-US" sz="1700">
                <a:latin typeface="Courier"/>
              </a:rPr>
              <a:t>author</a:t>
            </a:r>
            <a:r>
              <a:rPr lang="en-US" sz="1700" b="1">
                <a:latin typeface="Courier"/>
              </a:rPr>
              <a:t>:</a:t>
            </a:r>
            <a:r>
              <a:rPr lang="en-US" sz="1700">
                <a:latin typeface="Courier"/>
              </a:rPr>
              <a:t> "Your Name"</a:t>
            </a:r>
            <a:br>
              <a:rPr lang="en-US" sz="1700"/>
            </a:br>
            <a:r>
              <a:rPr lang="en-US" sz="1700">
                <a:latin typeface="Courier"/>
              </a:rPr>
              <a:t>date</a:t>
            </a:r>
            <a:r>
              <a:rPr lang="en-US" sz="1700" b="1">
                <a:latin typeface="Courier"/>
              </a:rPr>
              <a:t>:</a:t>
            </a:r>
            <a:r>
              <a:rPr lang="en-US" sz="1700">
                <a:latin typeface="Courier"/>
              </a:rPr>
              <a:t> "May 24, 2025"</a:t>
            </a:r>
            <a:br>
              <a:rPr lang="en-US" sz="1700"/>
            </a:br>
            <a:r>
              <a:rPr lang="en-US" sz="1700">
                <a:latin typeface="Courier"/>
              </a:rPr>
              <a:t>output</a:t>
            </a:r>
            <a:r>
              <a:rPr lang="en-US" sz="1700" b="1">
                <a:latin typeface="Courier"/>
              </a:rPr>
              <a:t>:</a:t>
            </a:r>
            <a:r>
              <a:rPr lang="en-US" sz="1700">
                <a:latin typeface="Courier"/>
              </a:rPr>
              <a:t> </a:t>
            </a:r>
            <a:br>
              <a:rPr lang="en-US" sz="1700"/>
            </a:br>
            <a:r>
              <a:rPr lang="en-US" sz="1700">
                <a:latin typeface="Courier"/>
              </a:rPr>
              <a:t>  html_document</a:t>
            </a:r>
            <a:r>
              <a:rPr lang="en-US" sz="1700" b="1">
                <a:latin typeface="Courier"/>
              </a:rPr>
              <a:t>:</a:t>
            </a:r>
            <a:br>
              <a:rPr lang="en-US" sz="1700"/>
            </a:br>
            <a:r>
              <a:rPr lang="en-US" sz="1700">
                <a:latin typeface="Courier"/>
              </a:rPr>
              <a:t>    theme</a:t>
            </a:r>
            <a:r>
              <a:rPr lang="en-US" sz="1700" b="1">
                <a:latin typeface="Courier"/>
              </a:rPr>
              <a:t>:</a:t>
            </a:r>
            <a:r>
              <a:rPr lang="en-US" sz="1700">
                <a:latin typeface="Courier"/>
              </a:rPr>
              <a:t> "cosmo"  </a:t>
            </a:r>
            <a:br>
              <a:rPr lang="en-US" sz="1700"/>
            </a:br>
            <a:r>
              <a:rPr lang="en-US" sz="1700">
                <a:latin typeface="Courier"/>
              </a:rPr>
              <a:t>    toc</a:t>
            </a:r>
            <a:r>
              <a:rPr lang="en-US" sz="1700" b="1">
                <a:latin typeface="Courier"/>
              </a:rPr>
              <a:t>:</a:t>
            </a:r>
            <a:r>
              <a:rPr lang="en-US" sz="1700">
                <a:latin typeface="Courier"/>
              </a:rPr>
              <a:t> true</a:t>
            </a:r>
            <a:br>
              <a:rPr lang="en-US" sz="1700"/>
            </a:br>
            <a:r>
              <a:rPr lang="en-US" sz="1700">
                <a:latin typeface="Courier"/>
              </a:rPr>
              <a:t>    toc_float</a:t>
            </a:r>
            <a:r>
              <a:rPr lang="en-US" sz="1700" b="1">
                <a:latin typeface="Courier"/>
              </a:rPr>
              <a:t>:</a:t>
            </a:r>
            <a:r>
              <a:rPr lang="en-US" sz="1700">
                <a:latin typeface="Courier"/>
              </a:rPr>
              <a:t> true</a:t>
            </a:r>
            <a:br>
              <a:rPr lang="en-US" sz="1700"/>
            </a:br>
            <a:r>
              <a:rPr lang="en-US" sz="1700">
                <a:latin typeface="Courier"/>
              </a:rPr>
              <a: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8650" y="273843"/>
            <a:ext cx="7886700" cy="994173"/>
          </a:xfrm>
        </p:spPr>
        <p:txBody>
          <a:bodyPr>
            <a:normAutofit/>
          </a:bodyPr>
          <a:lstStyle/>
          <a:p>
            <a:pPr marL="0" lvl="0" indent="0">
              <a:buNone/>
            </a:pPr>
            <a:r>
              <a:rPr lang="en-US" sz="4100"/>
              <a:t>Vectors</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1777" y="1258029"/>
            <a:ext cx="8140446" cy="13716"/>
          </a:xfrm>
          <a:custGeom>
            <a:avLst/>
            <a:gdLst>
              <a:gd name="csX0" fmla="*/ 0 w 8140446"/>
              <a:gd name="csY0" fmla="*/ 0 h 13716"/>
              <a:gd name="csX1" fmla="*/ 434157 w 8140446"/>
              <a:gd name="csY1" fmla="*/ 0 h 13716"/>
              <a:gd name="csX2" fmla="*/ 1193932 w 8140446"/>
              <a:gd name="csY2" fmla="*/ 0 h 13716"/>
              <a:gd name="csX3" fmla="*/ 1628089 w 8140446"/>
              <a:gd name="csY3" fmla="*/ 0 h 13716"/>
              <a:gd name="csX4" fmla="*/ 2225055 w 8140446"/>
              <a:gd name="csY4" fmla="*/ 0 h 13716"/>
              <a:gd name="csX5" fmla="*/ 3066235 w 8140446"/>
              <a:gd name="csY5" fmla="*/ 0 h 13716"/>
              <a:gd name="csX6" fmla="*/ 3744605 w 8140446"/>
              <a:gd name="csY6" fmla="*/ 0 h 13716"/>
              <a:gd name="csX7" fmla="*/ 4504380 w 8140446"/>
              <a:gd name="csY7" fmla="*/ 0 h 13716"/>
              <a:gd name="csX8" fmla="*/ 5101346 w 8140446"/>
              <a:gd name="csY8" fmla="*/ 0 h 13716"/>
              <a:gd name="csX9" fmla="*/ 5779717 w 8140446"/>
              <a:gd name="csY9" fmla="*/ 0 h 13716"/>
              <a:gd name="csX10" fmla="*/ 6620896 w 8140446"/>
              <a:gd name="csY10" fmla="*/ 0 h 13716"/>
              <a:gd name="csX11" fmla="*/ 7136458 w 8140446"/>
              <a:gd name="csY11" fmla="*/ 0 h 13716"/>
              <a:gd name="csX12" fmla="*/ 8140446 w 8140446"/>
              <a:gd name="csY12" fmla="*/ 0 h 13716"/>
              <a:gd name="csX13" fmla="*/ 8140446 w 8140446"/>
              <a:gd name="csY13" fmla="*/ 13716 h 13716"/>
              <a:gd name="csX14" fmla="*/ 7543480 w 8140446"/>
              <a:gd name="csY14" fmla="*/ 13716 h 13716"/>
              <a:gd name="csX15" fmla="*/ 7109323 w 8140446"/>
              <a:gd name="csY15" fmla="*/ 13716 h 13716"/>
              <a:gd name="csX16" fmla="*/ 6430952 w 8140446"/>
              <a:gd name="csY16" fmla="*/ 13716 h 13716"/>
              <a:gd name="csX17" fmla="*/ 5915391 w 8140446"/>
              <a:gd name="csY17" fmla="*/ 13716 h 13716"/>
              <a:gd name="csX18" fmla="*/ 5237020 w 8140446"/>
              <a:gd name="csY18" fmla="*/ 13716 h 13716"/>
              <a:gd name="csX19" fmla="*/ 4558650 w 8140446"/>
              <a:gd name="csY19" fmla="*/ 13716 h 13716"/>
              <a:gd name="csX20" fmla="*/ 3880279 w 8140446"/>
              <a:gd name="csY20" fmla="*/ 13716 h 13716"/>
              <a:gd name="csX21" fmla="*/ 3201909 w 8140446"/>
              <a:gd name="csY21" fmla="*/ 13716 h 13716"/>
              <a:gd name="csX22" fmla="*/ 2604943 w 8140446"/>
              <a:gd name="csY22" fmla="*/ 13716 h 13716"/>
              <a:gd name="csX23" fmla="*/ 1845168 w 8140446"/>
              <a:gd name="csY23" fmla="*/ 13716 h 13716"/>
              <a:gd name="csX24" fmla="*/ 1166797 w 8140446"/>
              <a:gd name="csY24" fmla="*/ 13716 h 13716"/>
              <a:gd name="csX25" fmla="*/ 0 w 8140446"/>
              <a:gd name="csY25" fmla="*/ 13716 h 13716"/>
              <a:gd name="csX26" fmla="*/ 0 w 8140446"/>
              <a:gd name="csY26"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8140446" h="13716" fill="none" extrusionOk="0">
                <a:moveTo>
                  <a:pt x="0" y="0"/>
                </a:moveTo>
                <a:cubicBezTo>
                  <a:pt x="94920" y="9103"/>
                  <a:pt x="287892" y="-4966"/>
                  <a:pt x="434157" y="0"/>
                </a:cubicBezTo>
                <a:cubicBezTo>
                  <a:pt x="580422" y="4966"/>
                  <a:pt x="943595" y="-14182"/>
                  <a:pt x="1193932" y="0"/>
                </a:cubicBezTo>
                <a:cubicBezTo>
                  <a:pt x="1444270" y="14182"/>
                  <a:pt x="1472129" y="5523"/>
                  <a:pt x="1628089" y="0"/>
                </a:cubicBezTo>
                <a:cubicBezTo>
                  <a:pt x="1784049" y="-5523"/>
                  <a:pt x="1962419" y="-17322"/>
                  <a:pt x="2225055" y="0"/>
                </a:cubicBezTo>
                <a:cubicBezTo>
                  <a:pt x="2487691" y="17322"/>
                  <a:pt x="2700681" y="1311"/>
                  <a:pt x="3066235" y="0"/>
                </a:cubicBezTo>
                <a:cubicBezTo>
                  <a:pt x="3431789" y="-1311"/>
                  <a:pt x="3405662" y="25081"/>
                  <a:pt x="3744605" y="0"/>
                </a:cubicBezTo>
                <a:cubicBezTo>
                  <a:pt x="4083548" y="-25081"/>
                  <a:pt x="4265111" y="-11945"/>
                  <a:pt x="4504380" y="0"/>
                </a:cubicBezTo>
                <a:cubicBezTo>
                  <a:pt x="4743649" y="11945"/>
                  <a:pt x="4860394" y="-2832"/>
                  <a:pt x="5101346" y="0"/>
                </a:cubicBezTo>
                <a:cubicBezTo>
                  <a:pt x="5342298" y="2832"/>
                  <a:pt x="5456387" y="23676"/>
                  <a:pt x="5779717" y="0"/>
                </a:cubicBezTo>
                <a:cubicBezTo>
                  <a:pt x="6103047" y="-23676"/>
                  <a:pt x="6270379" y="-37291"/>
                  <a:pt x="6620896" y="0"/>
                </a:cubicBezTo>
                <a:cubicBezTo>
                  <a:pt x="6971413" y="37291"/>
                  <a:pt x="6989068" y="24674"/>
                  <a:pt x="7136458" y="0"/>
                </a:cubicBezTo>
                <a:cubicBezTo>
                  <a:pt x="7283848" y="-24674"/>
                  <a:pt x="7752532" y="-22436"/>
                  <a:pt x="8140446" y="0"/>
                </a:cubicBezTo>
                <a:cubicBezTo>
                  <a:pt x="8140543" y="2784"/>
                  <a:pt x="8140462" y="9558"/>
                  <a:pt x="8140446" y="13716"/>
                </a:cubicBezTo>
                <a:cubicBezTo>
                  <a:pt x="7906329" y="-7615"/>
                  <a:pt x="7681180" y="22893"/>
                  <a:pt x="7543480" y="13716"/>
                </a:cubicBezTo>
                <a:cubicBezTo>
                  <a:pt x="7405780" y="4539"/>
                  <a:pt x="7216607" y="-912"/>
                  <a:pt x="7109323" y="13716"/>
                </a:cubicBezTo>
                <a:cubicBezTo>
                  <a:pt x="7002039" y="28344"/>
                  <a:pt x="6576231" y="38120"/>
                  <a:pt x="6430952" y="13716"/>
                </a:cubicBezTo>
                <a:cubicBezTo>
                  <a:pt x="6285673" y="-10688"/>
                  <a:pt x="6138840" y="29949"/>
                  <a:pt x="5915391" y="13716"/>
                </a:cubicBezTo>
                <a:cubicBezTo>
                  <a:pt x="5691942" y="-2517"/>
                  <a:pt x="5459460" y="47094"/>
                  <a:pt x="5237020" y="13716"/>
                </a:cubicBezTo>
                <a:cubicBezTo>
                  <a:pt x="5014580" y="-19662"/>
                  <a:pt x="4747677" y="35877"/>
                  <a:pt x="4558650" y="13716"/>
                </a:cubicBezTo>
                <a:cubicBezTo>
                  <a:pt x="4369623" y="-8445"/>
                  <a:pt x="4146061" y="7996"/>
                  <a:pt x="3880279" y="13716"/>
                </a:cubicBezTo>
                <a:cubicBezTo>
                  <a:pt x="3614497" y="19436"/>
                  <a:pt x="3473808" y="-17480"/>
                  <a:pt x="3201909" y="13716"/>
                </a:cubicBezTo>
                <a:cubicBezTo>
                  <a:pt x="2930010" y="44912"/>
                  <a:pt x="2728175" y="-8002"/>
                  <a:pt x="2604943" y="13716"/>
                </a:cubicBezTo>
                <a:cubicBezTo>
                  <a:pt x="2481711" y="35434"/>
                  <a:pt x="2004334" y="22380"/>
                  <a:pt x="1845168" y="13716"/>
                </a:cubicBezTo>
                <a:cubicBezTo>
                  <a:pt x="1686003" y="5052"/>
                  <a:pt x="1375070" y="33008"/>
                  <a:pt x="1166797" y="13716"/>
                </a:cubicBezTo>
                <a:cubicBezTo>
                  <a:pt x="958524" y="-5576"/>
                  <a:pt x="342846" y="4308"/>
                  <a:pt x="0" y="13716"/>
                </a:cubicBezTo>
                <a:cubicBezTo>
                  <a:pt x="-100" y="9589"/>
                  <a:pt x="468" y="2983"/>
                  <a:pt x="0" y="0"/>
                </a:cubicBezTo>
                <a:close/>
              </a:path>
              <a:path w="8140446" h="13716" stroke="0" extrusionOk="0">
                <a:moveTo>
                  <a:pt x="0" y="0"/>
                </a:moveTo>
                <a:cubicBezTo>
                  <a:pt x="142435" y="-24533"/>
                  <a:pt x="380026" y="17447"/>
                  <a:pt x="596966" y="0"/>
                </a:cubicBezTo>
                <a:cubicBezTo>
                  <a:pt x="813906" y="-17447"/>
                  <a:pt x="830530" y="13462"/>
                  <a:pt x="1031123" y="0"/>
                </a:cubicBezTo>
                <a:cubicBezTo>
                  <a:pt x="1231716" y="-13462"/>
                  <a:pt x="1634038" y="0"/>
                  <a:pt x="1872303" y="0"/>
                </a:cubicBezTo>
                <a:cubicBezTo>
                  <a:pt x="2110568" y="0"/>
                  <a:pt x="2261934" y="-25727"/>
                  <a:pt x="2469269" y="0"/>
                </a:cubicBezTo>
                <a:cubicBezTo>
                  <a:pt x="2676604" y="25727"/>
                  <a:pt x="2790440" y="16284"/>
                  <a:pt x="3066235" y="0"/>
                </a:cubicBezTo>
                <a:cubicBezTo>
                  <a:pt x="3342030" y="-16284"/>
                  <a:pt x="3685603" y="41976"/>
                  <a:pt x="3907414" y="0"/>
                </a:cubicBezTo>
                <a:cubicBezTo>
                  <a:pt x="4129225" y="-41976"/>
                  <a:pt x="4177416" y="-7598"/>
                  <a:pt x="4422976" y="0"/>
                </a:cubicBezTo>
                <a:cubicBezTo>
                  <a:pt x="4668536" y="7598"/>
                  <a:pt x="5023499" y="-28058"/>
                  <a:pt x="5264155" y="0"/>
                </a:cubicBezTo>
                <a:cubicBezTo>
                  <a:pt x="5504811" y="28058"/>
                  <a:pt x="5703675" y="13288"/>
                  <a:pt x="6105335" y="0"/>
                </a:cubicBezTo>
                <a:cubicBezTo>
                  <a:pt x="6506995" y="-13288"/>
                  <a:pt x="6455516" y="-5124"/>
                  <a:pt x="6783705" y="0"/>
                </a:cubicBezTo>
                <a:cubicBezTo>
                  <a:pt x="7111894" y="5124"/>
                  <a:pt x="7512856" y="10604"/>
                  <a:pt x="8140446" y="0"/>
                </a:cubicBezTo>
                <a:cubicBezTo>
                  <a:pt x="8139772" y="5682"/>
                  <a:pt x="8139843" y="9439"/>
                  <a:pt x="8140446" y="13716"/>
                </a:cubicBezTo>
                <a:cubicBezTo>
                  <a:pt x="7959314" y="-1227"/>
                  <a:pt x="7870113" y="5865"/>
                  <a:pt x="7706289" y="13716"/>
                </a:cubicBezTo>
                <a:cubicBezTo>
                  <a:pt x="7542465" y="21567"/>
                  <a:pt x="7157940" y="12910"/>
                  <a:pt x="6865109" y="13716"/>
                </a:cubicBezTo>
                <a:cubicBezTo>
                  <a:pt x="6572278" y="14522"/>
                  <a:pt x="6524256" y="33479"/>
                  <a:pt x="6349548" y="13716"/>
                </a:cubicBezTo>
                <a:cubicBezTo>
                  <a:pt x="6174840" y="-6047"/>
                  <a:pt x="5951624" y="-4398"/>
                  <a:pt x="5671177" y="13716"/>
                </a:cubicBezTo>
                <a:cubicBezTo>
                  <a:pt x="5390730" y="31830"/>
                  <a:pt x="5222992" y="55486"/>
                  <a:pt x="4829998" y="13716"/>
                </a:cubicBezTo>
                <a:cubicBezTo>
                  <a:pt x="4437004" y="-28054"/>
                  <a:pt x="4344181" y="34515"/>
                  <a:pt x="4151627" y="13716"/>
                </a:cubicBezTo>
                <a:cubicBezTo>
                  <a:pt x="3959073" y="-7083"/>
                  <a:pt x="3886970" y="28303"/>
                  <a:pt x="3717470" y="13716"/>
                </a:cubicBezTo>
                <a:cubicBezTo>
                  <a:pt x="3547970" y="-871"/>
                  <a:pt x="3451521" y="27300"/>
                  <a:pt x="3201909" y="13716"/>
                </a:cubicBezTo>
                <a:cubicBezTo>
                  <a:pt x="2952297" y="132"/>
                  <a:pt x="2543413" y="1457"/>
                  <a:pt x="2360729" y="13716"/>
                </a:cubicBezTo>
                <a:cubicBezTo>
                  <a:pt x="2178045" y="25975"/>
                  <a:pt x="1906056" y="21275"/>
                  <a:pt x="1682359" y="13716"/>
                </a:cubicBezTo>
                <a:cubicBezTo>
                  <a:pt x="1458662" y="6158"/>
                  <a:pt x="1330405" y="3474"/>
                  <a:pt x="1166797" y="13716"/>
                </a:cubicBezTo>
                <a:cubicBezTo>
                  <a:pt x="1003189" y="23958"/>
                  <a:pt x="278098" y="14961"/>
                  <a:pt x="0" y="13716"/>
                </a:cubicBezTo>
                <a:cubicBezTo>
                  <a:pt x="303" y="7982"/>
                  <a:pt x="182" y="5202"/>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628650" y="1447038"/>
            <a:ext cx="7886700" cy="3188970"/>
          </a:xfrm>
        </p:spPr>
        <p:txBody>
          <a:bodyPr>
            <a:normAutofit/>
          </a:bodyPr>
          <a:lstStyle/>
          <a:p>
            <a:pPr lvl="0"/>
            <a:r>
              <a:rPr lang="en-US" sz="1700"/>
              <a:t>Create a vector of numbers using assignment operator</a:t>
            </a:r>
          </a:p>
          <a:p>
            <a:pPr lvl="0" indent="0">
              <a:buNone/>
            </a:pPr>
            <a:r>
              <a:rPr lang="en-US" sz="1700">
                <a:latin typeface="Courier"/>
              </a:rPr>
              <a:t>nums &lt;- c(1,2,3)</a:t>
            </a:r>
          </a:p>
          <a:p>
            <a:pPr lvl="0"/>
            <a:r>
              <a:rPr lang="en-US" sz="1700"/>
              <a:t>Create a vector of strings</a:t>
            </a:r>
          </a:p>
          <a:p>
            <a:pPr lvl="0" indent="0">
              <a:buNone/>
            </a:pPr>
            <a:r>
              <a:rPr lang="en-US" sz="1700">
                <a:latin typeface="Courier"/>
              </a:rPr>
              <a:t>week &lt;- c('M', 'T', 'W', 'Th', 'F')</a:t>
            </a:r>
          </a:p>
          <a:p>
            <a:pPr lvl="0"/>
            <a:r>
              <a:rPr lang="en-US" sz="1700"/>
              <a:t>Create a vector with a range of numbers</a:t>
            </a:r>
          </a:p>
          <a:p>
            <a:pPr lvl="0" indent="0">
              <a:buNone/>
            </a:pPr>
            <a:r>
              <a:rPr lang="en-US" sz="1700">
                <a:latin typeface="Courier"/>
              </a:rPr>
              <a:t>range_numbers &lt;- seq(1,10)</a:t>
            </a:r>
          </a:p>
          <a:p>
            <a:pPr lvl="0"/>
            <a:r>
              <a:rPr lang="en-US" sz="1700"/>
              <a:t>Length of vector</a:t>
            </a:r>
          </a:p>
          <a:p>
            <a:pPr lvl="0" indent="0">
              <a:buNone/>
            </a:pPr>
            <a:r>
              <a:rPr lang="en-US" sz="1700">
                <a:latin typeface="Courier"/>
              </a:rPr>
              <a:t>len_vector &lt;- length(week)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8650" y="273843"/>
            <a:ext cx="7886700" cy="994173"/>
          </a:xfrm>
        </p:spPr>
        <p:txBody>
          <a:bodyPr>
            <a:normAutofit/>
          </a:bodyPr>
          <a:lstStyle/>
          <a:p>
            <a:pPr marL="0" lvl="0" indent="0">
              <a:buNone/>
            </a:pPr>
            <a:r>
              <a:rPr lang="en-US" sz="4100"/>
              <a:t>Working with Vectors</a:t>
            </a:r>
          </a:p>
        </p:txBody>
      </p:sp>
      <p:sp>
        <p:nvSpPr>
          <p:cNvPr id="12"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1777" y="1258029"/>
            <a:ext cx="8140446" cy="13716"/>
          </a:xfrm>
          <a:custGeom>
            <a:avLst/>
            <a:gdLst>
              <a:gd name="csX0" fmla="*/ 0 w 8140446"/>
              <a:gd name="csY0" fmla="*/ 0 h 13716"/>
              <a:gd name="csX1" fmla="*/ 434157 w 8140446"/>
              <a:gd name="csY1" fmla="*/ 0 h 13716"/>
              <a:gd name="csX2" fmla="*/ 1193932 w 8140446"/>
              <a:gd name="csY2" fmla="*/ 0 h 13716"/>
              <a:gd name="csX3" fmla="*/ 1628089 w 8140446"/>
              <a:gd name="csY3" fmla="*/ 0 h 13716"/>
              <a:gd name="csX4" fmla="*/ 2225055 w 8140446"/>
              <a:gd name="csY4" fmla="*/ 0 h 13716"/>
              <a:gd name="csX5" fmla="*/ 3066235 w 8140446"/>
              <a:gd name="csY5" fmla="*/ 0 h 13716"/>
              <a:gd name="csX6" fmla="*/ 3744605 w 8140446"/>
              <a:gd name="csY6" fmla="*/ 0 h 13716"/>
              <a:gd name="csX7" fmla="*/ 4504380 w 8140446"/>
              <a:gd name="csY7" fmla="*/ 0 h 13716"/>
              <a:gd name="csX8" fmla="*/ 5101346 w 8140446"/>
              <a:gd name="csY8" fmla="*/ 0 h 13716"/>
              <a:gd name="csX9" fmla="*/ 5779717 w 8140446"/>
              <a:gd name="csY9" fmla="*/ 0 h 13716"/>
              <a:gd name="csX10" fmla="*/ 6620896 w 8140446"/>
              <a:gd name="csY10" fmla="*/ 0 h 13716"/>
              <a:gd name="csX11" fmla="*/ 7136458 w 8140446"/>
              <a:gd name="csY11" fmla="*/ 0 h 13716"/>
              <a:gd name="csX12" fmla="*/ 8140446 w 8140446"/>
              <a:gd name="csY12" fmla="*/ 0 h 13716"/>
              <a:gd name="csX13" fmla="*/ 8140446 w 8140446"/>
              <a:gd name="csY13" fmla="*/ 13716 h 13716"/>
              <a:gd name="csX14" fmla="*/ 7543480 w 8140446"/>
              <a:gd name="csY14" fmla="*/ 13716 h 13716"/>
              <a:gd name="csX15" fmla="*/ 7109323 w 8140446"/>
              <a:gd name="csY15" fmla="*/ 13716 h 13716"/>
              <a:gd name="csX16" fmla="*/ 6430952 w 8140446"/>
              <a:gd name="csY16" fmla="*/ 13716 h 13716"/>
              <a:gd name="csX17" fmla="*/ 5915391 w 8140446"/>
              <a:gd name="csY17" fmla="*/ 13716 h 13716"/>
              <a:gd name="csX18" fmla="*/ 5237020 w 8140446"/>
              <a:gd name="csY18" fmla="*/ 13716 h 13716"/>
              <a:gd name="csX19" fmla="*/ 4558650 w 8140446"/>
              <a:gd name="csY19" fmla="*/ 13716 h 13716"/>
              <a:gd name="csX20" fmla="*/ 3880279 w 8140446"/>
              <a:gd name="csY20" fmla="*/ 13716 h 13716"/>
              <a:gd name="csX21" fmla="*/ 3201909 w 8140446"/>
              <a:gd name="csY21" fmla="*/ 13716 h 13716"/>
              <a:gd name="csX22" fmla="*/ 2604943 w 8140446"/>
              <a:gd name="csY22" fmla="*/ 13716 h 13716"/>
              <a:gd name="csX23" fmla="*/ 1845168 w 8140446"/>
              <a:gd name="csY23" fmla="*/ 13716 h 13716"/>
              <a:gd name="csX24" fmla="*/ 1166797 w 8140446"/>
              <a:gd name="csY24" fmla="*/ 13716 h 13716"/>
              <a:gd name="csX25" fmla="*/ 0 w 8140446"/>
              <a:gd name="csY25" fmla="*/ 13716 h 13716"/>
              <a:gd name="csX26" fmla="*/ 0 w 8140446"/>
              <a:gd name="csY26"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8140446" h="13716" fill="none" extrusionOk="0">
                <a:moveTo>
                  <a:pt x="0" y="0"/>
                </a:moveTo>
                <a:cubicBezTo>
                  <a:pt x="94920" y="9103"/>
                  <a:pt x="287892" y="-4966"/>
                  <a:pt x="434157" y="0"/>
                </a:cubicBezTo>
                <a:cubicBezTo>
                  <a:pt x="580422" y="4966"/>
                  <a:pt x="943595" y="-14182"/>
                  <a:pt x="1193932" y="0"/>
                </a:cubicBezTo>
                <a:cubicBezTo>
                  <a:pt x="1444270" y="14182"/>
                  <a:pt x="1472129" y="5523"/>
                  <a:pt x="1628089" y="0"/>
                </a:cubicBezTo>
                <a:cubicBezTo>
                  <a:pt x="1784049" y="-5523"/>
                  <a:pt x="1962419" y="-17322"/>
                  <a:pt x="2225055" y="0"/>
                </a:cubicBezTo>
                <a:cubicBezTo>
                  <a:pt x="2487691" y="17322"/>
                  <a:pt x="2700681" y="1311"/>
                  <a:pt x="3066235" y="0"/>
                </a:cubicBezTo>
                <a:cubicBezTo>
                  <a:pt x="3431789" y="-1311"/>
                  <a:pt x="3405662" y="25081"/>
                  <a:pt x="3744605" y="0"/>
                </a:cubicBezTo>
                <a:cubicBezTo>
                  <a:pt x="4083548" y="-25081"/>
                  <a:pt x="4265111" y="-11945"/>
                  <a:pt x="4504380" y="0"/>
                </a:cubicBezTo>
                <a:cubicBezTo>
                  <a:pt x="4743649" y="11945"/>
                  <a:pt x="4860394" y="-2832"/>
                  <a:pt x="5101346" y="0"/>
                </a:cubicBezTo>
                <a:cubicBezTo>
                  <a:pt x="5342298" y="2832"/>
                  <a:pt x="5456387" y="23676"/>
                  <a:pt x="5779717" y="0"/>
                </a:cubicBezTo>
                <a:cubicBezTo>
                  <a:pt x="6103047" y="-23676"/>
                  <a:pt x="6270379" y="-37291"/>
                  <a:pt x="6620896" y="0"/>
                </a:cubicBezTo>
                <a:cubicBezTo>
                  <a:pt x="6971413" y="37291"/>
                  <a:pt x="6989068" y="24674"/>
                  <a:pt x="7136458" y="0"/>
                </a:cubicBezTo>
                <a:cubicBezTo>
                  <a:pt x="7283848" y="-24674"/>
                  <a:pt x="7752532" y="-22436"/>
                  <a:pt x="8140446" y="0"/>
                </a:cubicBezTo>
                <a:cubicBezTo>
                  <a:pt x="8140543" y="2784"/>
                  <a:pt x="8140462" y="9558"/>
                  <a:pt x="8140446" y="13716"/>
                </a:cubicBezTo>
                <a:cubicBezTo>
                  <a:pt x="7906329" y="-7615"/>
                  <a:pt x="7681180" y="22893"/>
                  <a:pt x="7543480" y="13716"/>
                </a:cubicBezTo>
                <a:cubicBezTo>
                  <a:pt x="7405780" y="4539"/>
                  <a:pt x="7216607" y="-912"/>
                  <a:pt x="7109323" y="13716"/>
                </a:cubicBezTo>
                <a:cubicBezTo>
                  <a:pt x="7002039" y="28344"/>
                  <a:pt x="6576231" y="38120"/>
                  <a:pt x="6430952" y="13716"/>
                </a:cubicBezTo>
                <a:cubicBezTo>
                  <a:pt x="6285673" y="-10688"/>
                  <a:pt x="6138840" y="29949"/>
                  <a:pt x="5915391" y="13716"/>
                </a:cubicBezTo>
                <a:cubicBezTo>
                  <a:pt x="5691942" y="-2517"/>
                  <a:pt x="5459460" y="47094"/>
                  <a:pt x="5237020" y="13716"/>
                </a:cubicBezTo>
                <a:cubicBezTo>
                  <a:pt x="5014580" y="-19662"/>
                  <a:pt x="4747677" y="35877"/>
                  <a:pt x="4558650" y="13716"/>
                </a:cubicBezTo>
                <a:cubicBezTo>
                  <a:pt x="4369623" y="-8445"/>
                  <a:pt x="4146061" y="7996"/>
                  <a:pt x="3880279" y="13716"/>
                </a:cubicBezTo>
                <a:cubicBezTo>
                  <a:pt x="3614497" y="19436"/>
                  <a:pt x="3473808" y="-17480"/>
                  <a:pt x="3201909" y="13716"/>
                </a:cubicBezTo>
                <a:cubicBezTo>
                  <a:pt x="2930010" y="44912"/>
                  <a:pt x="2728175" y="-8002"/>
                  <a:pt x="2604943" y="13716"/>
                </a:cubicBezTo>
                <a:cubicBezTo>
                  <a:pt x="2481711" y="35434"/>
                  <a:pt x="2004334" y="22380"/>
                  <a:pt x="1845168" y="13716"/>
                </a:cubicBezTo>
                <a:cubicBezTo>
                  <a:pt x="1686003" y="5052"/>
                  <a:pt x="1375070" y="33008"/>
                  <a:pt x="1166797" y="13716"/>
                </a:cubicBezTo>
                <a:cubicBezTo>
                  <a:pt x="958524" y="-5576"/>
                  <a:pt x="342846" y="4308"/>
                  <a:pt x="0" y="13716"/>
                </a:cubicBezTo>
                <a:cubicBezTo>
                  <a:pt x="-100" y="9589"/>
                  <a:pt x="468" y="2983"/>
                  <a:pt x="0" y="0"/>
                </a:cubicBezTo>
                <a:close/>
              </a:path>
              <a:path w="8140446" h="13716" stroke="0" extrusionOk="0">
                <a:moveTo>
                  <a:pt x="0" y="0"/>
                </a:moveTo>
                <a:cubicBezTo>
                  <a:pt x="142435" y="-24533"/>
                  <a:pt x="380026" y="17447"/>
                  <a:pt x="596966" y="0"/>
                </a:cubicBezTo>
                <a:cubicBezTo>
                  <a:pt x="813906" y="-17447"/>
                  <a:pt x="830530" y="13462"/>
                  <a:pt x="1031123" y="0"/>
                </a:cubicBezTo>
                <a:cubicBezTo>
                  <a:pt x="1231716" y="-13462"/>
                  <a:pt x="1634038" y="0"/>
                  <a:pt x="1872303" y="0"/>
                </a:cubicBezTo>
                <a:cubicBezTo>
                  <a:pt x="2110568" y="0"/>
                  <a:pt x="2261934" y="-25727"/>
                  <a:pt x="2469269" y="0"/>
                </a:cubicBezTo>
                <a:cubicBezTo>
                  <a:pt x="2676604" y="25727"/>
                  <a:pt x="2790440" y="16284"/>
                  <a:pt x="3066235" y="0"/>
                </a:cubicBezTo>
                <a:cubicBezTo>
                  <a:pt x="3342030" y="-16284"/>
                  <a:pt x="3685603" y="41976"/>
                  <a:pt x="3907414" y="0"/>
                </a:cubicBezTo>
                <a:cubicBezTo>
                  <a:pt x="4129225" y="-41976"/>
                  <a:pt x="4177416" y="-7598"/>
                  <a:pt x="4422976" y="0"/>
                </a:cubicBezTo>
                <a:cubicBezTo>
                  <a:pt x="4668536" y="7598"/>
                  <a:pt x="5023499" y="-28058"/>
                  <a:pt x="5264155" y="0"/>
                </a:cubicBezTo>
                <a:cubicBezTo>
                  <a:pt x="5504811" y="28058"/>
                  <a:pt x="5703675" y="13288"/>
                  <a:pt x="6105335" y="0"/>
                </a:cubicBezTo>
                <a:cubicBezTo>
                  <a:pt x="6506995" y="-13288"/>
                  <a:pt x="6455516" y="-5124"/>
                  <a:pt x="6783705" y="0"/>
                </a:cubicBezTo>
                <a:cubicBezTo>
                  <a:pt x="7111894" y="5124"/>
                  <a:pt x="7512856" y="10604"/>
                  <a:pt x="8140446" y="0"/>
                </a:cubicBezTo>
                <a:cubicBezTo>
                  <a:pt x="8139772" y="5682"/>
                  <a:pt x="8139843" y="9439"/>
                  <a:pt x="8140446" y="13716"/>
                </a:cubicBezTo>
                <a:cubicBezTo>
                  <a:pt x="7959314" y="-1227"/>
                  <a:pt x="7870113" y="5865"/>
                  <a:pt x="7706289" y="13716"/>
                </a:cubicBezTo>
                <a:cubicBezTo>
                  <a:pt x="7542465" y="21567"/>
                  <a:pt x="7157940" y="12910"/>
                  <a:pt x="6865109" y="13716"/>
                </a:cubicBezTo>
                <a:cubicBezTo>
                  <a:pt x="6572278" y="14522"/>
                  <a:pt x="6524256" y="33479"/>
                  <a:pt x="6349548" y="13716"/>
                </a:cubicBezTo>
                <a:cubicBezTo>
                  <a:pt x="6174840" y="-6047"/>
                  <a:pt x="5951624" y="-4398"/>
                  <a:pt x="5671177" y="13716"/>
                </a:cubicBezTo>
                <a:cubicBezTo>
                  <a:pt x="5390730" y="31830"/>
                  <a:pt x="5222992" y="55486"/>
                  <a:pt x="4829998" y="13716"/>
                </a:cubicBezTo>
                <a:cubicBezTo>
                  <a:pt x="4437004" y="-28054"/>
                  <a:pt x="4344181" y="34515"/>
                  <a:pt x="4151627" y="13716"/>
                </a:cubicBezTo>
                <a:cubicBezTo>
                  <a:pt x="3959073" y="-7083"/>
                  <a:pt x="3886970" y="28303"/>
                  <a:pt x="3717470" y="13716"/>
                </a:cubicBezTo>
                <a:cubicBezTo>
                  <a:pt x="3547970" y="-871"/>
                  <a:pt x="3451521" y="27300"/>
                  <a:pt x="3201909" y="13716"/>
                </a:cubicBezTo>
                <a:cubicBezTo>
                  <a:pt x="2952297" y="132"/>
                  <a:pt x="2543413" y="1457"/>
                  <a:pt x="2360729" y="13716"/>
                </a:cubicBezTo>
                <a:cubicBezTo>
                  <a:pt x="2178045" y="25975"/>
                  <a:pt x="1906056" y="21275"/>
                  <a:pt x="1682359" y="13716"/>
                </a:cubicBezTo>
                <a:cubicBezTo>
                  <a:pt x="1458662" y="6158"/>
                  <a:pt x="1330405" y="3474"/>
                  <a:pt x="1166797" y="13716"/>
                </a:cubicBezTo>
                <a:cubicBezTo>
                  <a:pt x="1003189" y="23958"/>
                  <a:pt x="278098" y="14961"/>
                  <a:pt x="0" y="13716"/>
                </a:cubicBezTo>
                <a:cubicBezTo>
                  <a:pt x="303" y="7982"/>
                  <a:pt x="182" y="5202"/>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ntent Placeholder 2"/>
          <p:cNvSpPr>
            <a:spLocks noGrp="1"/>
          </p:cNvSpPr>
          <p:nvPr>
            <p:ph idx="1"/>
          </p:nvPr>
        </p:nvSpPr>
        <p:spPr>
          <a:xfrm>
            <a:off x="628650" y="1447038"/>
            <a:ext cx="7886700" cy="3188970"/>
          </a:xfrm>
        </p:spPr>
        <p:txBody>
          <a:bodyPr>
            <a:normAutofit/>
          </a:bodyPr>
          <a:lstStyle/>
          <a:p>
            <a:pPr lvl="0"/>
            <a:r>
              <a:rPr sz="1700"/>
              <a:t>Create a named vector</a:t>
            </a:r>
          </a:p>
          <a:p>
            <a:pPr lvl="0" indent="0">
              <a:buNone/>
            </a:pPr>
            <a:r>
              <a:rPr sz="1700">
                <a:latin typeface="Courier"/>
              </a:rPr>
              <a:t>temps &lt;- c('Mon'=88, 'Tue'=93, 'Wed'=95, 'Thu'=91, 'Fri'=86)</a:t>
            </a:r>
          </a:p>
          <a:p>
            <a:pPr lvl="0"/>
            <a:r>
              <a:rPr sz="1700"/>
              <a:t>Retrieve names of vector</a:t>
            </a:r>
          </a:p>
          <a:p>
            <a:pPr lvl="0" indent="0">
              <a:buNone/>
            </a:pPr>
            <a:r>
              <a:rPr sz="1700">
                <a:latin typeface="Courier"/>
              </a:rPr>
              <a:t>pull_names &lt;- names(temps)</a:t>
            </a:r>
          </a:p>
          <a:p>
            <a:pPr lvl="0"/>
            <a:r>
              <a:rPr sz="1700"/>
              <a:t>Add values to a vector</a:t>
            </a:r>
          </a:p>
          <a:p>
            <a:pPr lvl="0" indent="0">
              <a:buNone/>
            </a:pPr>
            <a:r>
              <a:rPr sz="1700">
                <a:latin typeface="Courier"/>
              </a:rPr>
              <a:t>temps &lt;- append(temps, c('Sa'=81, 'Su'=78))</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8650" y="273843"/>
            <a:ext cx="7886700" cy="994173"/>
          </a:xfrm>
        </p:spPr>
        <p:txBody>
          <a:bodyPr>
            <a:normAutofit/>
          </a:bodyPr>
          <a:lstStyle/>
          <a:p>
            <a:pPr marL="0" lvl="0" indent="0">
              <a:buNone/>
            </a:pPr>
            <a:r>
              <a:rPr lang="en-US" sz="4100"/>
              <a:t>Indexing</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1777" y="1258029"/>
            <a:ext cx="8140446" cy="13716"/>
          </a:xfrm>
          <a:custGeom>
            <a:avLst/>
            <a:gdLst>
              <a:gd name="csX0" fmla="*/ 0 w 8140446"/>
              <a:gd name="csY0" fmla="*/ 0 h 13716"/>
              <a:gd name="csX1" fmla="*/ 434157 w 8140446"/>
              <a:gd name="csY1" fmla="*/ 0 h 13716"/>
              <a:gd name="csX2" fmla="*/ 1193932 w 8140446"/>
              <a:gd name="csY2" fmla="*/ 0 h 13716"/>
              <a:gd name="csX3" fmla="*/ 1628089 w 8140446"/>
              <a:gd name="csY3" fmla="*/ 0 h 13716"/>
              <a:gd name="csX4" fmla="*/ 2225055 w 8140446"/>
              <a:gd name="csY4" fmla="*/ 0 h 13716"/>
              <a:gd name="csX5" fmla="*/ 3066235 w 8140446"/>
              <a:gd name="csY5" fmla="*/ 0 h 13716"/>
              <a:gd name="csX6" fmla="*/ 3744605 w 8140446"/>
              <a:gd name="csY6" fmla="*/ 0 h 13716"/>
              <a:gd name="csX7" fmla="*/ 4504380 w 8140446"/>
              <a:gd name="csY7" fmla="*/ 0 h 13716"/>
              <a:gd name="csX8" fmla="*/ 5101346 w 8140446"/>
              <a:gd name="csY8" fmla="*/ 0 h 13716"/>
              <a:gd name="csX9" fmla="*/ 5779717 w 8140446"/>
              <a:gd name="csY9" fmla="*/ 0 h 13716"/>
              <a:gd name="csX10" fmla="*/ 6620896 w 8140446"/>
              <a:gd name="csY10" fmla="*/ 0 h 13716"/>
              <a:gd name="csX11" fmla="*/ 7136458 w 8140446"/>
              <a:gd name="csY11" fmla="*/ 0 h 13716"/>
              <a:gd name="csX12" fmla="*/ 8140446 w 8140446"/>
              <a:gd name="csY12" fmla="*/ 0 h 13716"/>
              <a:gd name="csX13" fmla="*/ 8140446 w 8140446"/>
              <a:gd name="csY13" fmla="*/ 13716 h 13716"/>
              <a:gd name="csX14" fmla="*/ 7543480 w 8140446"/>
              <a:gd name="csY14" fmla="*/ 13716 h 13716"/>
              <a:gd name="csX15" fmla="*/ 7109323 w 8140446"/>
              <a:gd name="csY15" fmla="*/ 13716 h 13716"/>
              <a:gd name="csX16" fmla="*/ 6430952 w 8140446"/>
              <a:gd name="csY16" fmla="*/ 13716 h 13716"/>
              <a:gd name="csX17" fmla="*/ 5915391 w 8140446"/>
              <a:gd name="csY17" fmla="*/ 13716 h 13716"/>
              <a:gd name="csX18" fmla="*/ 5237020 w 8140446"/>
              <a:gd name="csY18" fmla="*/ 13716 h 13716"/>
              <a:gd name="csX19" fmla="*/ 4558650 w 8140446"/>
              <a:gd name="csY19" fmla="*/ 13716 h 13716"/>
              <a:gd name="csX20" fmla="*/ 3880279 w 8140446"/>
              <a:gd name="csY20" fmla="*/ 13716 h 13716"/>
              <a:gd name="csX21" fmla="*/ 3201909 w 8140446"/>
              <a:gd name="csY21" fmla="*/ 13716 h 13716"/>
              <a:gd name="csX22" fmla="*/ 2604943 w 8140446"/>
              <a:gd name="csY22" fmla="*/ 13716 h 13716"/>
              <a:gd name="csX23" fmla="*/ 1845168 w 8140446"/>
              <a:gd name="csY23" fmla="*/ 13716 h 13716"/>
              <a:gd name="csX24" fmla="*/ 1166797 w 8140446"/>
              <a:gd name="csY24" fmla="*/ 13716 h 13716"/>
              <a:gd name="csX25" fmla="*/ 0 w 8140446"/>
              <a:gd name="csY25" fmla="*/ 13716 h 13716"/>
              <a:gd name="csX26" fmla="*/ 0 w 8140446"/>
              <a:gd name="csY26"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8140446" h="13716" fill="none" extrusionOk="0">
                <a:moveTo>
                  <a:pt x="0" y="0"/>
                </a:moveTo>
                <a:cubicBezTo>
                  <a:pt x="94920" y="9103"/>
                  <a:pt x="287892" y="-4966"/>
                  <a:pt x="434157" y="0"/>
                </a:cubicBezTo>
                <a:cubicBezTo>
                  <a:pt x="580422" y="4966"/>
                  <a:pt x="943595" y="-14182"/>
                  <a:pt x="1193932" y="0"/>
                </a:cubicBezTo>
                <a:cubicBezTo>
                  <a:pt x="1444270" y="14182"/>
                  <a:pt x="1472129" y="5523"/>
                  <a:pt x="1628089" y="0"/>
                </a:cubicBezTo>
                <a:cubicBezTo>
                  <a:pt x="1784049" y="-5523"/>
                  <a:pt x="1962419" y="-17322"/>
                  <a:pt x="2225055" y="0"/>
                </a:cubicBezTo>
                <a:cubicBezTo>
                  <a:pt x="2487691" y="17322"/>
                  <a:pt x="2700681" y="1311"/>
                  <a:pt x="3066235" y="0"/>
                </a:cubicBezTo>
                <a:cubicBezTo>
                  <a:pt x="3431789" y="-1311"/>
                  <a:pt x="3405662" y="25081"/>
                  <a:pt x="3744605" y="0"/>
                </a:cubicBezTo>
                <a:cubicBezTo>
                  <a:pt x="4083548" y="-25081"/>
                  <a:pt x="4265111" y="-11945"/>
                  <a:pt x="4504380" y="0"/>
                </a:cubicBezTo>
                <a:cubicBezTo>
                  <a:pt x="4743649" y="11945"/>
                  <a:pt x="4860394" y="-2832"/>
                  <a:pt x="5101346" y="0"/>
                </a:cubicBezTo>
                <a:cubicBezTo>
                  <a:pt x="5342298" y="2832"/>
                  <a:pt x="5456387" y="23676"/>
                  <a:pt x="5779717" y="0"/>
                </a:cubicBezTo>
                <a:cubicBezTo>
                  <a:pt x="6103047" y="-23676"/>
                  <a:pt x="6270379" y="-37291"/>
                  <a:pt x="6620896" y="0"/>
                </a:cubicBezTo>
                <a:cubicBezTo>
                  <a:pt x="6971413" y="37291"/>
                  <a:pt x="6989068" y="24674"/>
                  <a:pt x="7136458" y="0"/>
                </a:cubicBezTo>
                <a:cubicBezTo>
                  <a:pt x="7283848" y="-24674"/>
                  <a:pt x="7752532" y="-22436"/>
                  <a:pt x="8140446" y="0"/>
                </a:cubicBezTo>
                <a:cubicBezTo>
                  <a:pt x="8140543" y="2784"/>
                  <a:pt x="8140462" y="9558"/>
                  <a:pt x="8140446" y="13716"/>
                </a:cubicBezTo>
                <a:cubicBezTo>
                  <a:pt x="7906329" y="-7615"/>
                  <a:pt x="7681180" y="22893"/>
                  <a:pt x="7543480" y="13716"/>
                </a:cubicBezTo>
                <a:cubicBezTo>
                  <a:pt x="7405780" y="4539"/>
                  <a:pt x="7216607" y="-912"/>
                  <a:pt x="7109323" y="13716"/>
                </a:cubicBezTo>
                <a:cubicBezTo>
                  <a:pt x="7002039" y="28344"/>
                  <a:pt x="6576231" y="38120"/>
                  <a:pt x="6430952" y="13716"/>
                </a:cubicBezTo>
                <a:cubicBezTo>
                  <a:pt x="6285673" y="-10688"/>
                  <a:pt x="6138840" y="29949"/>
                  <a:pt x="5915391" y="13716"/>
                </a:cubicBezTo>
                <a:cubicBezTo>
                  <a:pt x="5691942" y="-2517"/>
                  <a:pt x="5459460" y="47094"/>
                  <a:pt x="5237020" y="13716"/>
                </a:cubicBezTo>
                <a:cubicBezTo>
                  <a:pt x="5014580" y="-19662"/>
                  <a:pt x="4747677" y="35877"/>
                  <a:pt x="4558650" y="13716"/>
                </a:cubicBezTo>
                <a:cubicBezTo>
                  <a:pt x="4369623" y="-8445"/>
                  <a:pt x="4146061" y="7996"/>
                  <a:pt x="3880279" y="13716"/>
                </a:cubicBezTo>
                <a:cubicBezTo>
                  <a:pt x="3614497" y="19436"/>
                  <a:pt x="3473808" y="-17480"/>
                  <a:pt x="3201909" y="13716"/>
                </a:cubicBezTo>
                <a:cubicBezTo>
                  <a:pt x="2930010" y="44912"/>
                  <a:pt x="2728175" y="-8002"/>
                  <a:pt x="2604943" y="13716"/>
                </a:cubicBezTo>
                <a:cubicBezTo>
                  <a:pt x="2481711" y="35434"/>
                  <a:pt x="2004334" y="22380"/>
                  <a:pt x="1845168" y="13716"/>
                </a:cubicBezTo>
                <a:cubicBezTo>
                  <a:pt x="1686003" y="5052"/>
                  <a:pt x="1375070" y="33008"/>
                  <a:pt x="1166797" y="13716"/>
                </a:cubicBezTo>
                <a:cubicBezTo>
                  <a:pt x="958524" y="-5576"/>
                  <a:pt x="342846" y="4308"/>
                  <a:pt x="0" y="13716"/>
                </a:cubicBezTo>
                <a:cubicBezTo>
                  <a:pt x="-100" y="9589"/>
                  <a:pt x="468" y="2983"/>
                  <a:pt x="0" y="0"/>
                </a:cubicBezTo>
                <a:close/>
              </a:path>
              <a:path w="8140446" h="13716" stroke="0" extrusionOk="0">
                <a:moveTo>
                  <a:pt x="0" y="0"/>
                </a:moveTo>
                <a:cubicBezTo>
                  <a:pt x="142435" y="-24533"/>
                  <a:pt x="380026" y="17447"/>
                  <a:pt x="596966" y="0"/>
                </a:cubicBezTo>
                <a:cubicBezTo>
                  <a:pt x="813906" y="-17447"/>
                  <a:pt x="830530" y="13462"/>
                  <a:pt x="1031123" y="0"/>
                </a:cubicBezTo>
                <a:cubicBezTo>
                  <a:pt x="1231716" y="-13462"/>
                  <a:pt x="1634038" y="0"/>
                  <a:pt x="1872303" y="0"/>
                </a:cubicBezTo>
                <a:cubicBezTo>
                  <a:pt x="2110568" y="0"/>
                  <a:pt x="2261934" y="-25727"/>
                  <a:pt x="2469269" y="0"/>
                </a:cubicBezTo>
                <a:cubicBezTo>
                  <a:pt x="2676604" y="25727"/>
                  <a:pt x="2790440" y="16284"/>
                  <a:pt x="3066235" y="0"/>
                </a:cubicBezTo>
                <a:cubicBezTo>
                  <a:pt x="3342030" y="-16284"/>
                  <a:pt x="3685603" y="41976"/>
                  <a:pt x="3907414" y="0"/>
                </a:cubicBezTo>
                <a:cubicBezTo>
                  <a:pt x="4129225" y="-41976"/>
                  <a:pt x="4177416" y="-7598"/>
                  <a:pt x="4422976" y="0"/>
                </a:cubicBezTo>
                <a:cubicBezTo>
                  <a:pt x="4668536" y="7598"/>
                  <a:pt x="5023499" y="-28058"/>
                  <a:pt x="5264155" y="0"/>
                </a:cubicBezTo>
                <a:cubicBezTo>
                  <a:pt x="5504811" y="28058"/>
                  <a:pt x="5703675" y="13288"/>
                  <a:pt x="6105335" y="0"/>
                </a:cubicBezTo>
                <a:cubicBezTo>
                  <a:pt x="6506995" y="-13288"/>
                  <a:pt x="6455516" y="-5124"/>
                  <a:pt x="6783705" y="0"/>
                </a:cubicBezTo>
                <a:cubicBezTo>
                  <a:pt x="7111894" y="5124"/>
                  <a:pt x="7512856" y="10604"/>
                  <a:pt x="8140446" y="0"/>
                </a:cubicBezTo>
                <a:cubicBezTo>
                  <a:pt x="8139772" y="5682"/>
                  <a:pt x="8139843" y="9439"/>
                  <a:pt x="8140446" y="13716"/>
                </a:cubicBezTo>
                <a:cubicBezTo>
                  <a:pt x="7959314" y="-1227"/>
                  <a:pt x="7870113" y="5865"/>
                  <a:pt x="7706289" y="13716"/>
                </a:cubicBezTo>
                <a:cubicBezTo>
                  <a:pt x="7542465" y="21567"/>
                  <a:pt x="7157940" y="12910"/>
                  <a:pt x="6865109" y="13716"/>
                </a:cubicBezTo>
                <a:cubicBezTo>
                  <a:pt x="6572278" y="14522"/>
                  <a:pt x="6524256" y="33479"/>
                  <a:pt x="6349548" y="13716"/>
                </a:cubicBezTo>
                <a:cubicBezTo>
                  <a:pt x="6174840" y="-6047"/>
                  <a:pt x="5951624" y="-4398"/>
                  <a:pt x="5671177" y="13716"/>
                </a:cubicBezTo>
                <a:cubicBezTo>
                  <a:pt x="5390730" y="31830"/>
                  <a:pt x="5222992" y="55486"/>
                  <a:pt x="4829998" y="13716"/>
                </a:cubicBezTo>
                <a:cubicBezTo>
                  <a:pt x="4437004" y="-28054"/>
                  <a:pt x="4344181" y="34515"/>
                  <a:pt x="4151627" y="13716"/>
                </a:cubicBezTo>
                <a:cubicBezTo>
                  <a:pt x="3959073" y="-7083"/>
                  <a:pt x="3886970" y="28303"/>
                  <a:pt x="3717470" y="13716"/>
                </a:cubicBezTo>
                <a:cubicBezTo>
                  <a:pt x="3547970" y="-871"/>
                  <a:pt x="3451521" y="27300"/>
                  <a:pt x="3201909" y="13716"/>
                </a:cubicBezTo>
                <a:cubicBezTo>
                  <a:pt x="2952297" y="132"/>
                  <a:pt x="2543413" y="1457"/>
                  <a:pt x="2360729" y="13716"/>
                </a:cubicBezTo>
                <a:cubicBezTo>
                  <a:pt x="2178045" y="25975"/>
                  <a:pt x="1906056" y="21275"/>
                  <a:pt x="1682359" y="13716"/>
                </a:cubicBezTo>
                <a:cubicBezTo>
                  <a:pt x="1458662" y="6158"/>
                  <a:pt x="1330405" y="3474"/>
                  <a:pt x="1166797" y="13716"/>
                </a:cubicBezTo>
                <a:cubicBezTo>
                  <a:pt x="1003189" y="23958"/>
                  <a:pt x="278098" y="14961"/>
                  <a:pt x="0" y="13716"/>
                </a:cubicBezTo>
                <a:cubicBezTo>
                  <a:pt x="303" y="7982"/>
                  <a:pt x="182" y="5202"/>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628650" y="1447038"/>
            <a:ext cx="7886700" cy="3188970"/>
          </a:xfrm>
        </p:spPr>
        <p:txBody>
          <a:bodyPr>
            <a:normAutofit/>
          </a:bodyPr>
          <a:lstStyle/>
          <a:p>
            <a:pPr lvl="0"/>
            <a:r>
              <a:rPr lang="en-US" sz="1700"/>
              <a:t>Identify item at specific index</a:t>
            </a:r>
          </a:p>
          <a:p>
            <a:pPr lvl="0" indent="0">
              <a:buNone/>
            </a:pPr>
            <a:r>
              <a:rPr lang="en-US" sz="1700">
                <a:latin typeface="Courier"/>
              </a:rPr>
              <a:t>item_one &lt;- week[1]</a:t>
            </a:r>
          </a:p>
          <a:p>
            <a:pPr lvl="0"/>
            <a:r>
              <a:rPr lang="en-US" sz="1700"/>
              <a:t>All items except at specified index</a:t>
            </a:r>
          </a:p>
          <a:p>
            <a:pPr lvl="0" indent="0">
              <a:buNone/>
            </a:pPr>
            <a:r>
              <a:rPr lang="en-US" sz="1700">
                <a:latin typeface="Courier"/>
              </a:rPr>
              <a:t>not_two &lt;- week[-2]</a:t>
            </a:r>
          </a:p>
          <a:p>
            <a:pPr lvl="0"/>
            <a:r>
              <a:rPr lang="en-US" sz="1700"/>
              <a:t>All items in vector of indexes</a:t>
            </a:r>
          </a:p>
          <a:p>
            <a:pPr lvl="0" indent="0">
              <a:buNone/>
            </a:pPr>
            <a:r>
              <a:rPr lang="en-US" sz="1700">
                <a:latin typeface="Courier"/>
              </a:rPr>
              <a:t>specific_items &lt;- week[c(1,3,5)]</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8650" y="273843"/>
            <a:ext cx="7886700" cy="994173"/>
          </a:xfrm>
        </p:spPr>
        <p:txBody>
          <a:bodyPr>
            <a:normAutofit/>
          </a:bodyPr>
          <a:lstStyle/>
          <a:p>
            <a:pPr marL="0" lvl="0" indent="0">
              <a:buNone/>
            </a:pPr>
            <a:r>
              <a:rPr lang="en-US" sz="4100"/>
              <a:t>Working with Vector Operators</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1777" y="1258029"/>
            <a:ext cx="8140446" cy="13716"/>
          </a:xfrm>
          <a:custGeom>
            <a:avLst/>
            <a:gdLst>
              <a:gd name="csX0" fmla="*/ 0 w 8140446"/>
              <a:gd name="csY0" fmla="*/ 0 h 13716"/>
              <a:gd name="csX1" fmla="*/ 434157 w 8140446"/>
              <a:gd name="csY1" fmla="*/ 0 h 13716"/>
              <a:gd name="csX2" fmla="*/ 1193932 w 8140446"/>
              <a:gd name="csY2" fmla="*/ 0 h 13716"/>
              <a:gd name="csX3" fmla="*/ 1628089 w 8140446"/>
              <a:gd name="csY3" fmla="*/ 0 h 13716"/>
              <a:gd name="csX4" fmla="*/ 2225055 w 8140446"/>
              <a:gd name="csY4" fmla="*/ 0 h 13716"/>
              <a:gd name="csX5" fmla="*/ 3066235 w 8140446"/>
              <a:gd name="csY5" fmla="*/ 0 h 13716"/>
              <a:gd name="csX6" fmla="*/ 3744605 w 8140446"/>
              <a:gd name="csY6" fmla="*/ 0 h 13716"/>
              <a:gd name="csX7" fmla="*/ 4504380 w 8140446"/>
              <a:gd name="csY7" fmla="*/ 0 h 13716"/>
              <a:gd name="csX8" fmla="*/ 5101346 w 8140446"/>
              <a:gd name="csY8" fmla="*/ 0 h 13716"/>
              <a:gd name="csX9" fmla="*/ 5779717 w 8140446"/>
              <a:gd name="csY9" fmla="*/ 0 h 13716"/>
              <a:gd name="csX10" fmla="*/ 6620896 w 8140446"/>
              <a:gd name="csY10" fmla="*/ 0 h 13716"/>
              <a:gd name="csX11" fmla="*/ 7136458 w 8140446"/>
              <a:gd name="csY11" fmla="*/ 0 h 13716"/>
              <a:gd name="csX12" fmla="*/ 8140446 w 8140446"/>
              <a:gd name="csY12" fmla="*/ 0 h 13716"/>
              <a:gd name="csX13" fmla="*/ 8140446 w 8140446"/>
              <a:gd name="csY13" fmla="*/ 13716 h 13716"/>
              <a:gd name="csX14" fmla="*/ 7543480 w 8140446"/>
              <a:gd name="csY14" fmla="*/ 13716 h 13716"/>
              <a:gd name="csX15" fmla="*/ 7109323 w 8140446"/>
              <a:gd name="csY15" fmla="*/ 13716 h 13716"/>
              <a:gd name="csX16" fmla="*/ 6430952 w 8140446"/>
              <a:gd name="csY16" fmla="*/ 13716 h 13716"/>
              <a:gd name="csX17" fmla="*/ 5915391 w 8140446"/>
              <a:gd name="csY17" fmla="*/ 13716 h 13716"/>
              <a:gd name="csX18" fmla="*/ 5237020 w 8140446"/>
              <a:gd name="csY18" fmla="*/ 13716 h 13716"/>
              <a:gd name="csX19" fmla="*/ 4558650 w 8140446"/>
              <a:gd name="csY19" fmla="*/ 13716 h 13716"/>
              <a:gd name="csX20" fmla="*/ 3880279 w 8140446"/>
              <a:gd name="csY20" fmla="*/ 13716 h 13716"/>
              <a:gd name="csX21" fmla="*/ 3201909 w 8140446"/>
              <a:gd name="csY21" fmla="*/ 13716 h 13716"/>
              <a:gd name="csX22" fmla="*/ 2604943 w 8140446"/>
              <a:gd name="csY22" fmla="*/ 13716 h 13716"/>
              <a:gd name="csX23" fmla="*/ 1845168 w 8140446"/>
              <a:gd name="csY23" fmla="*/ 13716 h 13716"/>
              <a:gd name="csX24" fmla="*/ 1166797 w 8140446"/>
              <a:gd name="csY24" fmla="*/ 13716 h 13716"/>
              <a:gd name="csX25" fmla="*/ 0 w 8140446"/>
              <a:gd name="csY25" fmla="*/ 13716 h 13716"/>
              <a:gd name="csX26" fmla="*/ 0 w 8140446"/>
              <a:gd name="csY26"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8140446" h="13716" fill="none" extrusionOk="0">
                <a:moveTo>
                  <a:pt x="0" y="0"/>
                </a:moveTo>
                <a:cubicBezTo>
                  <a:pt x="94920" y="9103"/>
                  <a:pt x="287892" y="-4966"/>
                  <a:pt x="434157" y="0"/>
                </a:cubicBezTo>
                <a:cubicBezTo>
                  <a:pt x="580422" y="4966"/>
                  <a:pt x="943595" y="-14182"/>
                  <a:pt x="1193932" y="0"/>
                </a:cubicBezTo>
                <a:cubicBezTo>
                  <a:pt x="1444270" y="14182"/>
                  <a:pt x="1472129" y="5523"/>
                  <a:pt x="1628089" y="0"/>
                </a:cubicBezTo>
                <a:cubicBezTo>
                  <a:pt x="1784049" y="-5523"/>
                  <a:pt x="1962419" y="-17322"/>
                  <a:pt x="2225055" y="0"/>
                </a:cubicBezTo>
                <a:cubicBezTo>
                  <a:pt x="2487691" y="17322"/>
                  <a:pt x="2700681" y="1311"/>
                  <a:pt x="3066235" y="0"/>
                </a:cubicBezTo>
                <a:cubicBezTo>
                  <a:pt x="3431789" y="-1311"/>
                  <a:pt x="3405662" y="25081"/>
                  <a:pt x="3744605" y="0"/>
                </a:cubicBezTo>
                <a:cubicBezTo>
                  <a:pt x="4083548" y="-25081"/>
                  <a:pt x="4265111" y="-11945"/>
                  <a:pt x="4504380" y="0"/>
                </a:cubicBezTo>
                <a:cubicBezTo>
                  <a:pt x="4743649" y="11945"/>
                  <a:pt x="4860394" y="-2832"/>
                  <a:pt x="5101346" y="0"/>
                </a:cubicBezTo>
                <a:cubicBezTo>
                  <a:pt x="5342298" y="2832"/>
                  <a:pt x="5456387" y="23676"/>
                  <a:pt x="5779717" y="0"/>
                </a:cubicBezTo>
                <a:cubicBezTo>
                  <a:pt x="6103047" y="-23676"/>
                  <a:pt x="6270379" y="-37291"/>
                  <a:pt x="6620896" y="0"/>
                </a:cubicBezTo>
                <a:cubicBezTo>
                  <a:pt x="6971413" y="37291"/>
                  <a:pt x="6989068" y="24674"/>
                  <a:pt x="7136458" y="0"/>
                </a:cubicBezTo>
                <a:cubicBezTo>
                  <a:pt x="7283848" y="-24674"/>
                  <a:pt x="7752532" y="-22436"/>
                  <a:pt x="8140446" y="0"/>
                </a:cubicBezTo>
                <a:cubicBezTo>
                  <a:pt x="8140543" y="2784"/>
                  <a:pt x="8140462" y="9558"/>
                  <a:pt x="8140446" y="13716"/>
                </a:cubicBezTo>
                <a:cubicBezTo>
                  <a:pt x="7906329" y="-7615"/>
                  <a:pt x="7681180" y="22893"/>
                  <a:pt x="7543480" y="13716"/>
                </a:cubicBezTo>
                <a:cubicBezTo>
                  <a:pt x="7405780" y="4539"/>
                  <a:pt x="7216607" y="-912"/>
                  <a:pt x="7109323" y="13716"/>
                </a:cubicBezTo>
                <a:cubicBezTo>
                  <a:pt x="7002039" y="28344"/>
                  <a:pt x="6576231" y="38120"/>
                  <a:pt x="6430952" y="13716"/>
                </a:cubicBezTo>
                <a:cubicBezTo>
                  <a:pt x="6285673" y="-10688"/>
                  <a:pt x="6138840" y="29949"/>
                  <a:pt x="5915391" y="13716"/>
                </a:cubicBezTo>
                <a:cubicBezTo>
                  <a:pt x="5691942" y="-2517"/>
                  <a:pt x="5459460" y="47094"/>
                  <a:pt x="5237020" y="13716"/>
                </a:cubicBezTo>
                <a:cubicBezTo>
                  <a:pt x="5014580" y="-19662"/>
                  <a:pt x="4747677" y="35877"/>
                  <a:pt x="4558650" y="13716"/>
                </a:cubicBezTo>
                <a:cubicBezTo>
                  <a:pt x="4369623" y="-8445"/>
                  <a:pt x="4146061" y="7996"/>
                  <a:pt x="3880279" y="13716"/>
                </a:cubicBezTo>
                <a:cubicBezTo>
                  <a:pt x="3614497" y="19436"/>
                  <a:pt x="3473808" y="-17480"/>
                  <a:pt x="3201909" y="13716"/>
                </a:cubicBezTo>
                <a:cubicBezTo>
                  <a:pt x="2930010" y="44912"/>
                  <a:pt x="2728175" y="-8002"/>
                  <a:pt x="2604943" y="13716"/>
                </a:cubicBezTo>
                <a:cubicBezTo>
                  <a:pt x="2481711" y="35434"/>
                  <a:pt x="2004334" y="22380"/>
                  <a:pt x="1845168" y="13716"/>
                </a:cubicBezTo>
                <a:cubicBezTo>
                  <a:pt x="1686003" y="5052"/>
                  <a:pt x="1375070" y="33008"/>
                  <a:pt x="1166797" y="13716"/>
                </a:cubicBezTo>
                <a:cubicBezTo>
                  <a:pt x="958524" y="-5576"/>
                  <a:pt x="342846" y="4308"/>
                  <a:pt x="0" y="13716"/>
                </a:cubicBezTo>
                <a:cubicBezTo>
                  <a:pt x="-100" y="9589"/>
                  <a:pt x="468" y="2983"/>
                  <a:pt x="0" y="0"/>
                </a:cubicBezTo>
                <a:close/>
              </a:path>
              <a:path w="8140446" h="13716" stroke="0" extrusionOk="0">
                <a:moveTo>
                  <a:pt x="0" y="0"/>
                </a:moveTo>
                <a:cubicBezTo>
                  <a:pt x="142435" y="-24533"/>
                  <a:pt x="380026" y="17447"/>
                  <a:pt x="596966" y="0"/>
                </a:cubicBezTo>
                <a:cubicBezTo>
                  <a:pt x="813906" y="-17447"/>
                  <a:pt x="830530" y="13462"/>
                  <a:pt x="1031123" y="0"/>
                </a:cubicBezTo>
                <a:cubicBezTo>
                  <a:pt x="1231716" y="-13462"/>
                  <a:pt x="1634038" y="0"/>
                  <a:pt x="1872303" y="0"/>
                </a:cubicBezTo>
                <a:cubicBezTo>
                  <a:pt x="2110568" y="0"/>
                  <a:pt x="2261934" y="-25727"/>
                  <a:pt x="2469269" y="0"/>
                </a:cubicBezTo>
                <a:cubicBezTo>
                  <a:pt x="2676604" y="25727"/>
                  <a:pt x="2790440" y="16284"/>
                  <a:pt x="3066235" y="0"/>
                </a:cubicBezTo>
                <a:cubicBezTo>
                  <a:pt x="3342030" y="-16284"/>
                  <a:pt x="3685603" y="41976"/>
                  <a:pt x="3907414" y="0"/>
                </a:cubicBezTo>
                <a:cubicBezTo>
                  <a:pt x="4129225" y="-41976"/>
                  <a:pt x="4177416" y="-7598"/>
                  <a:pt x="4422976" y="0"/>
                </a:cubicBezTo>
                <a:cubicBezTo>
                  <a:pt x="4668536" y="7598"/>
                  <a:pt x="5023499" y="-28058"/>
                  <a:pt x="5264155" y="0"/>
                </a:cubicBezTo>
                <a:cubicBezTo>
                  <a:pt x="5504811" y="28058"/>
                  <a:pt x="5703675" y="13288"/>
                  <a:pt x="6105335" y="0"/>
                </a:cubicBezTo>
                <a:cubicBezTo>
                  <a:pt x="6506995" y="-13288"/>
                  <a:pt x="6455516" y="-5124"/>
                  <a:pt x="6783705" y="0"/>
                </a:cubicBezTo>
                <a:cubicBezTo>
                  <a:pt x="7111894" y="5124"/>
                  <a:pt x="7512856" y="10604"/>
                  <a:pt x="8140446" y="0"/>
                </a:cubicBezTo>
                <a:cubicBezTo>
                  <a:pt x="8139772" y="5682"/>
                  <a:pt x="8139843" y="9439"/>
                  <a:pt x="8140446" y="13716"/>
                </a:cubicBezTo>
                <a:cubicBezTo>
                  <a:pt x="7959314" y="-1227"/>
                  <a:pt x="7870113" y="5865"/>
                  <a:pt x="7706289" y="13716"/>
                </a:cubicBezTo>
                <a:cubicBezTo>
                  <a:pt x="7542465" y="21567"/>
                  <a:pt x="7157940" y="12910"/>
                  <a:pt x="6865109" y="13716"/>
                </a:cubicBezTo>
                <a:cubicBezTo>
                  <a:pt x="6572278" y="14522"/>
                  <a:pt x="6524256" y="33479"/>
                  <a:pt x="6349548" y="13716"/>
                </a:cubicBezTo>
                <a:cubicBezTo>
                  <a:pt x="6174840" y="-6047"/>
                  <a:pt x="5951624" y="-4398"/>
                  <a:pt x="5671177" y="13716"/>
                </a:cubicBezTo>
                <a:cubicBezTo>
                  <a:pt x="5390730" y="31830"/>
                  <a:pt x="5222992" y="55486"/>
                  <a:pt x="4829998" y="13716"/>
                </a:cubicBezTo>
                <a:cubicBezTo>
                  <a:pt x="4437004" y="-28054"/>
                  <a:pt x="4344181" y="34515"/>
                  <a:pt x="4151627" y="13716"/>
                </a:cubicBezTo>
                <a:cubicBezTo>
                  <a:pt x="3959073" y="-7083"/>
                  <a:pt x="3886970" y="28303"/>
                  <a:pt x="3717470" y="13716"/>
                </a:cubicBezTo>
                <a:cubicBezTo>
                  <a:pt x="3547970" y="-871"/>
                  <a:pt x="3451521" y="27300"/>
                  <a:pt x="3201909" y="13716"/>
                </a:cubicBezTo>
                <a:cubicBezTo>
                  <a:pt x="2952297" y="132"/>
                  <a:pt x="2543413" y="1457"/>
                  <a:pt x="2360729" y="13716"/>
                </a:cubicBezTo>
                <a:cubicBezTo>
                  <a:pt x="2178045" y="25975"/>
                  <a:pt x="1906056" y="21275"/>
                  <a:pt x="1682359" y="13716"/>
                </a:cubicBezTo>
                <a:cubicBezTo>
                  <a:pt x="1458662" y="6158"/>
                  <a:pt x="1330405" y="3474"/>
                  <a:pt x="1166797" y="13716"/>
                </a:cubicBezTo>
                <a:cubicBezTo>
                  <a:pt x="1003189" y="23958"/>
                  <a:pt x="278098" y="14961"/>
                  <a:pt x="0" y="13716"/>
                </a:cubicBezTo>
                <a:cubicBezTo>
                  <a:pt x="303" y="7982"/>
                  <a:pt x="182" y="5202"/>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628650" y="1447038"/>
            <a:ext cx="7886700" cy="3188970"/>
          </a:xfrm>
        </p:spPr>
        <p:txBody>
          <a:bodyPr>
            <a:normAutofit/>
          </a:bodyPr>
          <a:lstStyle/>
          <a:p>
            <a:pPr lvl="0"/>
            <a:r>
              <a:rPr lang="en-US" sz="1700"/>
              <a:t>Relational Operators</a:t>
            </a:r>
          </a:p>
          <a:p>
            <a:pPr lvl="0" indent="0">
              <a:buNone/>
            </a:pPr>
            <a:r>
              <a:rPr lang="en-US" sz="1700">
                <a:latin typeface="Courier"/>
              </a:rPr>
              <a:t>temps == 81</a:t>
            </a:r>
            <a:br>
              <a:rPr lang="en-US" sz="1700"/>
            </a:br>
            <a:r>
              <a:rPr lang="en-US" sz="1700">
                <a:latin typeface="Courier"/>
              </a:rPr>
              <a:t>temps &gt; 88</a:t>
            </a:r>
            <a:br>
              <a:rPr lang="en-US" sz="1700"/>
            </a:br>
            <a:r>
              <a:rPr lang="en-US" sz="1700">
                <a:latin typeface="Courier"/>
              </a:rPr>
              <a:t>temps != 81</a:t>
            </a:r>
          </a:p>
          <a:p>
            <a:pPr lvl="0"/>
            <a:r>
              <a:rPr lang="en-US" sz="1700"/>
              <a:t>Shorten the names of temps</a:t>
            </a:r>
          </a:p>
          <a:p>
            <a:pPr lvl="0" indent="0">
              <a:buNone/>
            </a:pPr>
            <a:r>
              <a:rPr lang="en-US" sz="1700">
                <a:latin typeface="Courier"/>
              </a:rPr>
              <a:t>names(temps) &lt;- c('M', 'T', 'W', 'Th', 'F')</a:t>
            </a:r>
          </a:p>
          <a:p>
            <a:pPr lvl="0"/>
            <a:r>
              <a:rPr lang="en-US" sz="1700"/>
              <a:t>Select temperature of Friday</a:t>
            </a:r>
          </a:p>
          <a:p>
            <a:pPr lvl="0" indent="0">
              <a:buNone/>
            </a:pPr>
            <a:r>
              <a:rPr lang="en-US" sz="1700">
                <a:latin typeface="Courier"/>
              </a:rPr>
              <a:t>temps['F']</a:t>
            </a:r>
            <a:br>
              <a:rPr lang="en-US" sz="1700"/>
            </a:br>
            <a:r>
              <a:rPr lang="en-US" sz="1700">
                <a:latin typeface="Courier"/>
              </a:rPr>
              <a:t>temps[5]</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AC17DE74-01C9-4859-B65A-85CF999E85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068C0432-0E90-4CC1-8CD3-D44A90DF0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1760560"/>
          </a:xfrm>
          <a:custGeom>
            <a:avLst/>
            <a:gdLst>
              <a:gd name="connsiteX0" fmla="*/ 0 w 12192000"/>
              <a:gd name="connsiteY0" fmla="*/ 0 h 2347414"/>
              <a:gd name="connsiteX1" fmla="*/ 12192000 w 12192000"/>
              <a:gd name="connsiteY1" fmla="*/ 0 h 2347414"/>
              <a:gd name="connsiteX2" fmla="*/ 12192000 w 12192000"/>
              <a:gd name="connsiteY2" fmla="*/ 1736458 h 2347414"/>
              <a:gd name="connsiteX3" fmla="*/ 11967601 w 12192000"/>
              <a:gd name="connsiteY3" fmla="*/ 1784034 h 2347414"/>
              <a:gd name="connsiteX4" fmla="*/ 10829000 w 12192000"/>
              <a:gd name="connsiteY4" fmla="*/ 1983294 h 2347414"/>
              <a:gd name="connsiteX5" fmla="*/ 10743779 w 12192000"/>
              <a:gd name="connsiteY5" fmla="*/ 1996027 h 2347414"/>
              <a:gd name="connsiteX6" fmla="*/ 10829254 w 12192000"/>
              <a:gd name="connsiteY6" fmla="*/ 1987751 h 2347414"/>
              <a:gd name="connsiteX7" fmla="*/ 10847162 w 12192000"/>
              <a:gd name="connsiteY7" fmla="*/ 1988388 h 2347414"/>
              <a:gd name="connsiteX8" fmla="*/ 11575155 w 12192000"/>
              <a:gd name="connsiteY8" fmla="*/ 1921415 h 2347414"/>
              <a:gd name="connsiteX9" fmla="*/ 12192000 w 12192000"/>
              <a:gd name="connsiteY9" fmla="*/ 1851213 h 2347414"/>
              <a:gd name="connsiteX10" fmla="*/ 12192000 w 12192000"/>
              <a:gd name="connsiteY10" fmla="*/ 1907356 h 2347414"/>
              <a:gd name="connsiteX11" fmla="*/ 12035532 w 12192000"/>
              <a:gd name="connsiteY11" fmla="*/ 1927033 h 2347414"/>
              <a:gd name="connsiteX12" fmla="*/ 11576932 w 12192000"/>
              <a:gd name="connsiteY12" fmla="*/ 1976291 h 2347414"/>
              <a:gd name="connsiteX13" fmla="*/ 10627316 w 12192000"/>
              <a:gd name="connsiteY13" fmla="*/ 2061470 h 2347414"/>
              <a:gd name="connsiteX14" fmla="*/ 9804196 w 12192000"/>
              <a:gd name="connsiteY14" fmla="*/ 2123478 h 2347414"/>
              <a:gd name="connsiteX15" fmla="*/ 9243851 w 12192000"/>
              <a:gd name="connsiteY15" fmla="*/ 2180008 h 2347414"/>
              <a:gd name="connsiteX16" fmla="*/ 8731259 w 12192000"/>
              <a:gd name="connsiteY16" fmla="*/ 2225081 h 2347414"/>
              <a:gd name="connsiteX17" fmla="*/ 8065752 w 12192000"/>
              <a:gd name="connsiteY17" fmla="*/ 2271681 h 2347414"/>
              <a:gd name="connsiteX18" fmla="*/ 7658065 w 12192000"/>
              <a:gd name="connsiteY18" fmla="*/ 2292562 h 2347414"/>
              <a:gd name="connsiteX19" fmla="*/ 6531024 w 12192000"/>
              <a:gd name="connsiteY19" fmla="*/ 2324138 h 2347414"/>
              <a:gd name="connsiteX20" fmla="*/ 6178331 w 12192000"/>
              <a:gd name="connsiteY20" fmla="*/ 2345655 h 2347414"/>
              <a:gd name="connsiteX21" fmla="*/ 5977282 w 12192000"/>
              <a:gd name="connsiteY21" fmla="*/ 2344127 h 2347414"/>
              <a:gd name="connsiteX22" fmla="*/ 5367658 w 12192000"/>
              <a:gd name="connsiteY22" fmla="*/ 2329230 h 2347414"/>
              <a:gd name="connsiteX23" fmla="*/ 4387306 w 12192000"/>
              <a:gd name="connsiteY23" fmla="*/ 2288614 h 2347414"/>
              <a:gd name="connsiteX24" fmla="*/ 4180287 w 12192000"/>
              <a:gd name="connsiteY24" fmla="*/ 2280211 h 2347414"/>
              <a:gd name="connsiteX25" fmla="*/ 3842199 w 12192000"/>
              <a:gd name="connsiteY25" fmla="*/ 2257039 h 2347414"/>
              <a:gd name="connsiteX26" fmla="*/ 3730309 w 12192000"/>
              <a:gd name="connsiteY26" fmla="*/ 2251182 h 2347414"/>
              <a:gd name="connsiteX27" fmla="*/ 3425496 w 12192000"/>
              <a:gd name="connsiteY27" fmla="*/ 2231320 h 2347414"/>
              <a:gd name="connsiteX28" fmla="*/ 3076106 w 12192000"/>
              <a:gd name="connsiteY28" fmla="*/ 2201781 h 2347414"/>
              <a:gd name="connsiteX29" fmla="*/ 2819682 w 12192000"/>
              <a:gd name="connsiteY29" fmla="*/ 2182427 h 2347414"/>
              <a:gd name="connsiteX30" fmla="*/ 2525539 w 12192000"/>
              <a:gd name="connsiteY30" fmla="*/ 2152888 h 2347414"/>
              <a:gd name="connsiteX31" fmla="*/ 2311915 w 12192000"/>
              <a:gd name="connsiteY31" fmla="*/ 2133536 h 2347414"/>
              <a:gd name="connsiteX32" fmla="*/ 2054223 w 12192000"/>
              <a:gd name="connsiteY32" fmla="*/ 2104760 h 2347414"/>
              <a:gd name="connsiteX33" fmla="*/ 1865367 w 12192000"/>
              <a:gd name="connsiteY33" fmla="*/ 2084770 h 2347414"/>
              <a:gd name="connsiteX34" fmla="*/ 1629263 w 12192000"/>
              <a:gd name="connsiteY34" fmla="*/ 2055996 h 2347414"/>
              <a:gd name="connsiteX35" fmla="*/ 1458823 w 12192000"/>
              <a:gd name="connsiteY35" fmla="*/ 2035751 h 2347414"/>
              <a:gd name="connsiteX36" fmla="*/ 1241390 w 12192000"/>
              <a:gd name="connsiteY36" fmla="*/ 2007103 h 2347414"/>
              <a:gd name="connsiteX37" fmla="*/ 1047453 w 12192000"/>
              <a:gd name="connsiteY37" fmla="*/ 1980748 h 2347414"/>
              <a:gd name="connsiteX38" fmla="*/ 814907 w 12192000"/>
              <a:gd name="connsiteY38" fmla="*/ 1949045 h 2347414"/>
              <a:gd name="connsiteX39" fmla="*/ 592649 w 12192000"/>
              <a:gd name="connsiteY39" fmla="*/ 1913776 h 2347414"/>
              <a:gd name="connsiteX40" fmla="*/ 343591 w 12192000"/>
              <a:gd name="connsiteY40" fmla="*/ 1872650 h 2347414"/>
              <a:gd name="connsiteX41" fmla="*/ 35731 w 12192000"/>
              <a:gd name="connsiteY41" fmla="*/ 1821722 h 2347414"/>
              <a:gd name="connsiteX42" fmla="*/ 0 w 12192000"/>
              <a:gd name="connsiteY42" fmla="*/ 1814848 h 2347414"/>
              <a:gd name="connsiteX43" fmla="*/ 0 w 12192000"/>
              <a:gd name="connsiteY43" fmla="*/ 1758489 h 2347414"/>
              <a:gd name="connsiteX44" fmla="*/ 274248 w 12192000"/>
              <a:gd name="connsiteY44" fmla="*/ 1808735 h 2347414"/>
              <a:gd name="connsiteX45" fmla="*/ 498157 w 12192000"/>
              <a:gd name="connsiteY45" fmla="*/ 1846167 h 2347414"/>
              <a:gd name="connsiteX46" fmla="*/ 722828 w 12192000"/>
              <a:gd name="connsiteY46" fmla="*/ 1878635 h 2347414"/>
              <a:gd name="connsiteX47" fmla="*/ 949913 w 12192000"/>
              <a:gd name="connsiteY47" fmla="*/ 1912375 h 2347414"/>
              <a:gd name="connsiteX48" fmla="*/ 1195414 w 12192000"/>
              <a:gd name="connsiteY48" fmla="*/ 1947516 h 2347414"/>
              <a:gd name="connsiteX49" fmla="*/ 1342867 w 12192000"/>
              <a:gd name="connsiteY49" fmla="*/ 1968397 h 2347414"/>
              <a:gd name="connsiteX50" fmla="*/ 1518007 w 12192000"/>
              <a:gd name="connsiteY50" fmla="*/ 1988006 h 2347414"/>
              <a:gd name="connsiteX51" fmla="*/ 1701403 w 12192000"/>
              <a:gd name="connsiteY51" fmla="*/ 2010669 h 2347414"/>
              <a:gd name="connsiteX52" fmla="*/ 1879210 w 12192000"/>
              <a:gd name="connsiteY52" fmla="*/ 2031167 h 2347414"/>
              <a:gd name="connsiteX53" fmla="*/ 2068702 w 12192000"/>
              <a:gd name="connsiteY53" fmla="*/ 2052940 h 2347414"/>
              <a:gd name="connsiteX54" fmla="*/ 2212090 w 12192000"/>
              <a:gd name="connsiteY54" fmla="*/ 2067583 h 2347414"/>
              <a:gd name="connsiteX55" fmla="*/ 2416949 w 12192000"/>
              <a:gd name="connsiteY55" fmla="*/ 2089609 h 2347414"/>
              <a:gd name="connsiteX56" fmla="*/ 2582055 w 12192000"/>
              <a:gd name="connsiteY56" fmla="*/ 2105397 h 2347414"/>
              <a:gd name="connsiteX57" fmla="*/ 2802282 w 12192000"/>
              <a:gd name="connsiteY57" fmla="*/ 2126405 h 2347414"/>
              <a:gd name="connsiteX58" fmla="*/ 2984916 w 12192000"/>
              <a:gd name="connsiteY58" fmla="*/ 2141684 h 2347414"/>
              <a:gd name="connsiteX59" fmla="*/ 3241847 w 12192000"/>
              <a:gd name="connsiteY59" fmla="*/ 2164094 h 2347414"/>
              <a:gd name="connsiteX60" fmla="*/ 3439848 w 12192000"/>
              <a:gd name="connsiteY60" fmla="*/ 2176826 h 2347414"/>
              <a:gd name="connsiteX61" fmla="*/ 3658678 w 12192000"/>
              <a:gd name="connsiteY61" fmla="*/ 2194523 h 2347414"/>
              <a:gd name="connsiteX62" fmla="*/ 3881317 w 12192000"/>
              <a:gd name="connsiteY62" fmla="*/ 2206491 h 2347414"/>
              <a:gd name="connsiteX63" fmla="*/ 4148916 w 12192000"/>
              <a:gd name="connsiteY63" fmla="*/ 2225081 h 2347414"/>
              <a:gd name="connsiteX64" fmla="*/ 4468337 w 12192000"/>
              <a:gd name="connsiteY64" fmla="*/ 2237813 h 2347414"/>
              <a:gd name="connsiteX65" fmla="*/ 4605375 w 12192000"/>
              <a:gd name="connsiteY65" fmla="*/ 2240232 h 2347414"/>
              <a:gd name="connsiteX66" fmla="*/ 4527647 w 12192000"/>
              <a:gd name="connsiteY66" fmla="*/ 2236412 h 2347414"/>
              <a:gd name="connsiteX67" fmla="*/ 4175589 w 12192000"/>
              <a:gd name="connsiteY67" fmla="*/ 2212985 h 2347414"/>
              <a:gd name="connsiteX68" fmla="*/ 3988255 w 12192000"/>
              <a:gd name="connsiteY68" fmla="*/ 2200253 h 2347414"/>
              <a:gd name="connsiteX69" fmla="*/ 3686492 w 12192000"/>
              <a:gd name="connsiteY69" fmla="*/ 2176062 h 2347414"/>
              <a:gd name="connsiteX70" fmla="*/ 3517320 w 12192000"/>
              <a:gd name="connsiteY70" fmla="*/ 2163330 h 2347414"/>
              <a:gd name="connsiteX71" fmla="*/ 3258357 w 12192000"/>
              <a:gd name="connsiteY71" fmla="*/ 2139519 h 2347414"/>
              <a:gd name="connsiteX72" fmla="*/ 3101506 w 12192000"/>
              <a:gd name="connsiteY72" fmla="*/ 2126787 h 2347414"/>
              <a:gd name="connsiteX73" fmla="*/ 2809395 w 12192000"/>
              <a:gd name="connsiteY73" fmla="*/ 2097502 h 2347414"/>
              <a:gd name="connsiteX74" fmla="*/ 2598566 w 12192000"/>
              <a:gd name="connsiteY74" fmla="*/ 2078532 h 2347414"/>
              <a:gd name="connsiteX75" fmla="*/ 2337444 w 12192000"/>
              <a:gd name="connsiteY75" fmla="*/ 2048611 h 2347414"/>
              <a:gd name="connsiteX76" fmla="*/ 2091054 w 12192000"/>
              <a:gd name="connsiteY76" fmla="*/ 2023146 h 2347414"/>
              <a:gd name="connsiteX77" fmla="*/ 1755761 w 12192000"/>
              <a:gd name="connsiteY77" fmla="*/ 1981384 h 2347414"/>
              <a:gd name="connsiteX78" fmla="*/ 1441169 w 12192000"/>
              <a:gd name="connsiteY78" fmla="*/ 1943824 h 2347414"/>
              <a:gd name="connsiteX79" fmla="*/ 1017607 w 12192000"/>
              <a:gd name="connsiteY79" fmla="*/ 1883345 h 2347414"/>
              <a:gd name="connsiteX80" fmla="*/ 594427 w 12192000"/>
              <a:gd name="connsiteY80" fmla="*/ 1821849 h 2347414"/>
              <a:gd name="connsiteX81" fmla="*/ 200711 w 12192000"/>
              <a:gd name="connsiteY81" fmla="*/ 1755132 h 2347414"/>
              <a:gd name="connsiteX82" fmla="*/ 0 w 12192000"/>
              <a:gd name="connsiteY82" fmla="*/ 1718743 h 2347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Lst>
            <a:rect l="l" t="t" r="r" b="b"/>
            <a:pathLst>
              <a:path w="12192000" h="2347414">
                <a:moveTo>
                  <a:pt x="0" y="0"/>
                </a:moveTo>
                <a:lnTo>
                  <a:pt x="12192000" y="0"/>
                </a:lnTo>
                <a:lnTo>
                  <a:pt x="12192000" y="1736458"/>
                </a:lnTo>
                <a:lnTo>
                  <a:pt x="11967601" y="1784034"/>
                </a:lnTo>
                <a:cubicBezTo>
                  <a:pt x="11589888" y="1859409"/>
                  <a:pt x="11209762" y="1923961"/>
                  <a:pt x="10829000" y="1983294"/>
                </a:cubicBezTo>
                <a:lnTo>
                  <a:pt x="10743779" y="1996027"/>
                </a:lnTo>
                <a:cubicBezTo>
                  <a:pt x="10772495" y="1996778"/>
                  <a:pt x="10801211" y="1993989"/>
                  <a:pt x="10829254" y="1987751"/>
                </a:cubicBezTo>
                <a:cubicBezTo>
                  <a:pt x="10835198" y="1988337"/>
                  <a:pt x="10841180" y="1988553"/>
                  <a:pt x="10847162" y="1988388"/>
                </a:cubicBezTo>
                <a:cubicBezTo>
                  <a:pt x="11090123" y="1968907"/>
                  <a:pt x="11332703" y="1945734"/>
                  <a:pt x="11575155" y="1921415"/>
                </a:cubicBezTo>
                <a:lnTo>
                  <a:pt x="12192000" y="1851213"/>
                </a:lnTo>
                <a:lnTo>
                  <a:pt x="12192000" y="1907356"/>
                </a:lnTo>
                <a:lnTo>
                  <a:pt x="12035532" y="1927033"/>
                </a:lnTo>
                <a:cubicBezTo>
                  <a:pt x="11882793" y="1944747"/>
                  <a:pt x="11729910" y="1961077"/>
                  <a:pt x="11576932" y="1976291"/>
                </a:cubicBezTo>
                <a:cubicBezTo>
                  <a:pt x="11260690" y="2008122"/>
                  <a:pt x="10944193" y="2037279"/>
                  <a:pt x="10627316" y="2061470"/>
                </a:cubicBezTo>
                <a:cubicBezTo>
                  <a:pt x="10352985" y="2082351"/>
                  <a:pt x="10078401" y="2100431"/>
                  <a:pt x="9804196" y="2123478"/>
                </a:cubicBezTo>
                <a:cubicBezTo>
                  <a:pt x="9617118" y="2139137"/>
                  <a:pt x="9430675" y="2161674"/>
                  <a:pt x="9243851" y="2180008"/>
                </a:cubicBezTo>
                <a:cubicBezTo>
                  <a:pt x="9073157" y="2196433"/>
                  <a:pt x="8902207" y="2211966"/>
                  <a:pt x="8731259" y="2225081"/>
                </a:cubicBezTo>
                <a:cubicBezTo>
                  <a:pt x="8509507" y="2242054"/>
                  <a:pt x="8287667" y="2257586"/>
                  <a:pt x="8065752" y="2271681"/>
                </a:cubicBezTo>
                <a:cubicBezTo>
                  <a:pt x="7929984" y="2280466"/>
                  <a:pt x="7793961" y="2285814"/>
                  <a:pt x="7658065" y="2292562"/>
                </a:cubicBezTo>
                <a:cubicBezTo>
                  <a:pt x="7282640" y="2311661"/>
                  <a:pt x="6906704" y="2314208"/>
                  <a:pt x="6531024" y="2324138"/>
                </a:cubicBezTo>
                <a:cubicBezTo>
                  <a:pt x="6413417" y="2327322"/>
                  <a:pt x="6295937" y="2338399"/>
                  <a:pt x="6178331" y="2345655"/>
                </a:cubicBezTo>
                <a:cubicBezTo>
                  <a:pt x="6111271" y="2349730"/>
                  <a:pt x="6044342" y="2345655"/>
                  <a:pt x="5977282" y="2344127"/>
                </a:cubicBezTo>
                <a:cubicBezTo>
                  <a:pt x="5774073" y="2338908"/>
                  <a:pt x="5570866" y="2334960"/>
                  <a:pt x="5367658" y="2329230"/>
                </a:cubicBezTo>
                <a:cubicBezTo>
                  <a:pt x="5040746" y="2319809"/>
                  <a:pt x="4713963" y="2306274"/>
                  <a:pt x="4387306" y="2288614"/>
                </a:cubicBezTo>
                <a:cubicBezTo>
                  <a:pt x="4318342" y="2284796"/>
                  <a:pt x="4249253" y="2284286"/>
                  <a:pt x="4180287" y="2280211"/>
                </a:cubicBezTo>
                <a:cubicBezTo>
                  <a:pt x="4067634" y="2273463"/>
                  <a:pt x="3954980" y="2265060"/>
                  <a:pt x="3842199" y="2257039"/>
                </a:cubicBezTo>
                <a:cubicBezTo>
                  <a:pt x="3804988" y="2254492"/>
                  <a:pt x="3767648" y="2254620"/>
                  <a:pt x="3730309" y="2251182"/>
                </a:cubicBezTo>
                <a:cubicBezTo>
                  <a:pt x="3628704" y="2242142"/>
                  <a:pt x="3527101" y="2238449"/>
                  <a:pt x="3425496" y="2231320"/>
                </a:cubicBezTo>
                <a:cubicBezTo>
                  <a:pt x="3308906" y="2222534"/>
                  <a:pt x="3192569" y="2211330"/>
                  <a:pt x="3076106" y="2201781"/>
                </a:cubicBezTo>
                <a:cubicBezTo>
                  <a:pt x="2990757" y="2194905"/>
                  <a:pt x="2905157" y="2190067"/>
                  <a:pt x="2819682" y="2182427"/>
                </a:cubicBezTo>
                <a:cubicBezTo>
                  <a:pt x="2721507" y="2173515"/>
                  <a:pt x="2623586" y="2162311"/>
                  <a:pt x="2525539" y="2152888"/>
                </a:cubicBezTo>
                <a:cubicBezTo>
                  <a:pt x="2454289" y="2145886"/>
                  <a:pt x="2383038" y="2140920"/>
                  <a:pt x="2311915" y="2133536"/>
                </a:cubicBezTo>
                <a:cubicBezTo>
                  <a:pt x="2225933" y="2124749"/>
                  <a:pt x="2140204" y="2114182"/>
                  <a:pt x="2054223" y="2104760"/>
                </a:cubicBezTo>
                <a:cubicBezTo>
                  <a:pt x="1990719" y="2097758"/>
                  <a:pt x="1928233" y="2092028"/>
                  <a:pt x="1865367" y="2084770"/>
                </a:cubicBezTo>
                <a:cubicBezTo>
                  <a:pt x="1786622" y="2075603"/>
                  <a:pt x="1708006" y="2065545"/>
                  <a:pt x="1629263" y="2055996"/>
                </a:cubicBezTo>
                <a:cubicBezTo>
                  <a:pt x="1572492" y="2049120"/>
                  <a:pt x="1515595" y="2043264"/>
                  <a:pt x="1458823" y="2035751"/>
                </a:cubicBezTo>
                <a:cubicBezTo>
                  <a:pt x="1386303" y="2026585"/>
                  <a:pt x="1313784" y="2016780"/>
                  <a:pt x="1241390" y="2007103"/>
                </a:cubicBezTo>
                <a:lnTo>
                  <a:pt x="1047453" y="1980748"/>
                </a:lnTo>
                <a:cubicBezTo>
                  <a:pt x="969980" y="1970180"/>
                  <a:pt x="892254" y="1960377"/>
                  <a:pt x="814907" y="1949045"/>
                </a:cubicBezTo>
                <a:cubicBezTo>
                  <a:pt x="740609" y="1938094"/>
                  <a:pt x="666692" y="1925744"/>
                  <a:pt x="592649" y="1913776"/>
                </a:cubicBezTo>
                <a:cubicBezTo>
                  <a:pt x="509587" y="1900280"/>
                  <a:pt x="426653" y="1886274"/>
                  <a:pt x="343591" y="1872650"/>
                </a:cubicBezTo>
                <a:cubicBezTo>
                  <a:pt x="240972" y="1855716"/>
                  <a:pt x="138225" y="1839673"/>
                  <a:pt x="35731" y="1821722"/>
                </a:cubicBezTo>
                <a:lnTo>
                  <a:pt x="0" y="1814848"/>
                </a:lnTo>
                <a:lnTo>
                  <a:pt x="0" y="1758489"/>
                </a:lnTo>
                <a:lnTo>
                  <a:pt x="274248" y="1808735"/>
                </a:lnTo>
                <a:cubicBezTo>
                  <a:pt x="348926" y="1821467"/>
                  <a:pt x="423604" y="1832798"/>
                  <a:pt x="498157" y="1846167"/>
                </a:cubicBezTo>
                <a:cubicBezTo>
                  <a:pt x="572708" y="1859536"/>
                  <a:pt x="647896" y="1867813"/>
                  <a:pt x="722828" y="1878635"/>
                </a:cubicBezTo>
                <a:cubicBezTo>
                  <a:pt x="797762" y="1889457"/>
                  <a:pt x="874219" y="1901426"/>
                  <a:pt x="949913" y="1912375"/>
                </a:cubicBezTo>
                <a:cubicBezTo>
                  <a:pt x="1031704" y="1924343"/>
                  <a:pt x="1113496" y="1935802"/>
                  <a:pt x="1195414" y="1947516"/>
                </a:cubicBezTo>
                <a:cubicBezTo>
                  <a:pt x="1244566" y="1954519"/>
                  <a:pt x="1293589" y="1962285"/>
                  <a:pt x="1342867" y="1968397"/>
                </a:cubicBezTo>
                <a:cubicBezTo>
                  <a:pt x="1401162" y="1975656"/>
                  <a:pt x="1459712" y="1981130"/>
                  <a:pt x="1518007" y="1988006"/>
                </a:cubicBezTo>
                <a:cubicBezTo>
                  <a:pt x="1579224" y="1995263"/>
                  <a:pt x="1640186" y="2003411"/>
                  <a:pt x="1701403" y="2010669"/>
                </a:cubicBezTo>
                <a:cubicBezTo>
                  <a:pt x="1762618" y="2017926"/>
                  <a:pt x="1820279" y="2024292"/>
                  <a:pt x="1879210" y="2031167"/>
                </a:cubicBezTo>
                <a:cubicBezTo>
                  <a:pt x="1942712" y="2038425"/>
                  <a:pt x="2006214" y="2046064"/>
                  <a:pt x="2068702" y="2052940"/>
                </a:cubicBezTo>
                <a:cubicBezTo>
                  <a:pt x="2116455" y="2058160"/>
                  <a:pt x="2164335" y="2062362"/>
                  <a:pt x="2212090" y="2067583"/>
                </a:cubicBezTo>
                <a:cubicBezTo>
                  <a:pt x="2280419" y="2074967"/>
                  <a:pt x="2348493" y="2085152"/>
                  <a:pt x="2416949" y="2089609"/>
                </a:cubicBezTo>
                <a:cubicBezTo>
                  <a:pt x="2472070" y="2093302"/>
                  <a:pt x="2526936" y="2099540"/>
                  <a:pt x="2582055" y="2105397"/>
                </a:cubicBezTo>
                <a:cubicBezTo>
                  <a:pt x="2655337" y="2113291"/>
                  <a:pt x="2729001" y="2119785"/>
                  <a:pt x="2802282" y="2126405"/>
                </a:cubicBezTo>
                <a:cubicBezTo>
                  <a:pt x="2862991" y="2131753"/>
                  <a:pt x="2924207" y="2136337"/>
                  <a:pt x="2984916" y="2141684"/>
                </a:cubicBezTo>
                <a:cubicBezTo>
                  <a:pt x="3070516" y="2149324"/>
                  <a:pt x="3156373" y="2152888"/>
                  <a:pt x="3241847" y="2164094"/>
                </a:cubicBezTo>
                <a:cubicBezTo>
                  <a:pt x="3307255" y="2172624"/>
                  <a:pt x="3374060" y="2169822"/>
                  <a:pt x="3439848" y="2176826"/>
                </a:cubicBezTo>
                <a:cubicBezTo>
                  <a:pt x="3512622" y="2184592"/>
                  <a:pt x="3585777" y="2186247"/>
                  <a:pt x="3658678" y="2194523"/>
                </a:cubicBezTo>
                <a:cubicBezTo>
                  <a:pt x="3731578" y="2202800"/>
                  <a:pt x="3807019" y="2201781"/>
                  <a:pt x="3881317" y="2206491"/>
                </a:cubicBezTo>
                <a:cubicBezTo>
                  <a:pt x="3970222" y="2212094"/>
                  <a:pt x="4059124" y="2223552"/>
                  <a:pt x="4148916" y="2225081"/>
                </a:cubicBezTo>
                <a:cubicBezTo>
                  <a:pt x="4255600" y="2226736"/>
                  <a:pt x="4361779" y="2236539"/>
                  <a:pt x="4468337" y="2237813"/>
                </a:cubicBezTo>
                <a:cubicBezTo>
                  <a:pt x="4511390" y="2238577"/>
                  <a:pt x="4554190" y="2246852"/>
                  <a:pt x="4605375" y="2240232"/>
                </a:cubicBezTo>
                <a:cubicBezTo>
                  <a:pt x="4574131" y="2238704"/>
                  <a:pt x="4550762" y="2237940"/>
                  <a:pt x="4527647" y="2236412"/>
                </a:cubicBezTo>
                <a:cubicBezTo>
                  <a:pt x="4410293" y="2228773"/>
                  <a:pt x="4292942" y="2220751"/>
                  <a:pt x="4175589" y="2212985"/>
                </a:cubicBezTo>
                <a:cubicBezTo>
                  <a:pt x="4113101" y="2208783"/>
                  <a:pt x="4050615" y="2205219"/>
                  <a:pt x="3988255" y="2200253"/>
                </a:cubicBezTo>
                <a:cubicBezTo>
                  <a:pt x="3887668" y="2192487"/>
                  <a:pt x="3787079" y="2184082"/>
                  <a:pt x="3686492" y="2176062"/>
                </a:cubicBezTo>
                <a:cubicBezTo>
                  <a:pt x="3630102" y="2171605"/>
                  <a:pt x="3573711" y="2168040"/>
                  <a:pt x="3517320" y="2163330"/>
                </a:cubicBezTo>
                <a:cubicBezTo>
                  <a:pt x="3430958" y="2155689"/>
                  <a:pt x="3344721" y="2147159"/>
                  <a:pt x="3258357" y="2139519"/>
                </a:cubicBezTo>
                <a:cubicBezTo>
                  <a:pt x="3206031" y="2134809"/>
                  <a:pt x="3153705" y="2131371"/>
                  <a:pt x="3101506" y="2126787"/>
                </a:cubicBezTo>
                <a:cubicBezTo>
                  <a:pt x="3004220" y="2117365"/>
                  <a:pt x="2907061" y="2106798"/>
                  <a:pt x="2809395" y="2097502"/>
                </a:cubicBezTo>
                <a:cubicBezTo>
                  <a:pt x="2739161" y="2090628"/>
                  <a:pt x="2668673" y="2085916"/>
                  <a:pt x="2598566" y="2078532"/>
                </a:cubicBezTo>
                <a:cubicBezTo>
                  <a:pt x="2511441" y="2069365"/>
                  <a:pt x="2424569" y="2058160"/>
                  <a:pt x="2337444" y="2048611"/>
                </a:cubicBezTo>
                <a:cubicBezTo>
                  <a:pt x="2255399" y="2039699"/>
                  <a:pt x="2173099" y="2032950"/>
                  <a:pt x="2091054" y="2023146"/>
                </a:cubicBezTo>
                <a:cubicBezTo>
                  <a:pt x="1979162" y="2010414"/>
                  <a:pt x="1867524" y="1995008"/>
                  <a:pt x="1755761" y="1981384"/>
                </a:cubicBezTo>
                <a:cubicBezTo>
                  <a:pt x="1650982" y="1968652"/>
                  <a:pt x="1545821" y="1957830"/>
                  <a:pt x="1441169" y="1943824"/>
                </a:cubicBezTo>
                <a:cubicBezTo>
                  <a:pt x="1299813" y="1924980"/>
                  <a:pt x="1158837" y="1903718"/>
                  <a:pt x="1017607" y="1883345"/>
                </a:cubicBezTo>
                <a:cubicBezTo>
                  <a:pt x="876378" y="1862974"/>
                  <a:pt x="735402" y="1844003"/>
                  <a:pt x="594427" y="1821849"/>
                </a:cubicBezTo>
                <a:cubicBezTo>
                  <a:pt x="462850" y="1801222"/>
                  <a:pt x="331526" y="1778304"/>
                  <a:pt x="200711" y="1755132"/>
                </a:cubicBezTo>
                <a:lnTo>
                  <a:pt x="0" y="1718743"/>
                </a:lnTo>
                <a:close/>
              </a:path>
            </a:pathLst>
          </a:custGeom>
          <a:solidFill>
            <a:schemeClr val="accent2"/>
          </a:solidFill>
          <a:ln w="8199" cap="flat">
            <a:noFill/>
            <a:prstDash val="solid"/>
            <a:miter/>
          </a:ln>
        </p:spPr>
        <p:txBody>
          <a:bodyPr rtlCol="0" anchor="ctr"/>
          <a:lstStyle/>
          <a:p>
            <a:endParaRPr lang="en-US"/>
          </a:p>
        </p:txBody>
      </p:sp>
      <p:sp>
        <p:nvSpPr>
          <p:cNvPr id="2" name="Title 1"/>
          <p:cNvSpPr>
            <a:spLocks noGrp="1"/>
          </p:cNvSpPr>
          <p:nvPr>
            <p:ph type="title"/>
          </p:nvPr>
        </p:nvSpPr>
        <p:spPr>
          <a:xfrm>
            <a:off x="628650" y="300915"/>
            <a:ext cx="7886700" cy="1011049"/>
          </a:xfrm>
        </p:spPr>
        <p:txBody>
          <a:bodyPr>
            <a:normAutofit/>
          </a:bodyPr>
          <a:lstStyle/>
          <a:p>
            <a:pPr marL="0" lvl="0" indent="0">
              <a:buNone/>
            </a:pPr>
            <a:r>
              <a:rPr lang="en-US" sz="4100">
                <a:solidFill>
                  <a:srgbClr val="FFFFFF"/>
                </a:solidFill>
              </a:rPr>
              <a:t>Dataframes</a:t>
            </a:r>
          </a:p>
        </p:txBody>
      </p:sp>
      <p:sp>
        <p:nvSpPr>
          <p:cNvPr id="22" name="Content Placeholder 2"/>
          <p:cNvSpPr>
            <a:spLocks noGrp="1"/>
          </p:cNvSpPr>
          <p:nvPr>
            <p:ph idx="1"/>
          </p:nvPr>
        </p:nvSpPr>
        <p:spPr>
          <a:xfrm>
            <a:off x="628650" y="1940091"/>
            <a:ext cx="7886700" cy="2692631"/>
          </a:xfrm>
        </p:spPr>
        <p:txBody>
          <a:bodyPr>
            <a:normAutofit/>
          </a:bodyPr>
          <a:lstStyle/>
          <a:p>
            <a:pPr lvl="0"/>
            <a:r>
              <a:rPr sz="1700"/>
              <a:t>Create a dataframe from vectors</a:t>
            </a:r>
          </a:p>
          <a:p>
            <a:pPr lvl="0" indent="0">
              <a:buNone/>
            </a:pPr>
            <a:r>
              <a:rPr sz="1700">
                <a:latin typeface="Courier"/>
              </a:rPr>
              <a:t>calendar_df &lt;- data.frame(Month = months, NumDays = num_days, Season=seasons)</a:t>
            </a:r>
          </a:p>
          <a:p>
            <a:pPr lvl="0"/>
            <a:r>
              <a:rPr sz="1700"/>
              <a:t>Add rows to a dataframe</a:t>
            </a:r>
          </a:p>
          <a:p>
            <a:pPr lvl="0" indent="0">
              <a:buNone/>
            </a:pPr>
            <a:r>
              <a:rPr sz="1700">
                <a:latin typeface="Courier"/>
              </a:rPr>
              <a:t>calendar_df &lt;- rbind(calendar_df, list('NewJan', 31, 'Bonus'), list('NewFeb', 29, 'Bonus'))</a:t>
            </a:r>
          </a:p>
          <a:p>
            <a:pPr lvl="0"/>
            <a:r>
              <a:rPr sz="1700"/>
              <a:t>Add columns to a dataframe</a:t>
            </a:r>
          </a:p>
          <a:p>
            <a:pPr lvl="0" indent="0">
              <a:buNone/>
            </a:pPr>
            <a:r>
              <a:rPr sz="1700">
                <a:latin typeface="Courier"/>
              </a:rPr>
              <a:t>calendar_df &lt;- cbind(calendar_df, AvgTemp = avg_temp)</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8650" y="273843"/>
            <a:ext cx="7886700" cy="994173"/>
          </a:xfrm>
        </p:spPr>
        <p:txBody>
          <a:bodyPr>
            <a:normAutofit/>
          </a:bodyPr>
          <a:lstStyle/>
          <a:p>
            <a:pPr marL="0" lvl="0" indent="0">
              <a:buNone/>
            </a:pPr>
            <a:r>
              <a:rPr lang="en-US" sz="4100"/>
              <a:t>Logical Operators</a:t>
            </a:r>
          </a:p>
        </p:txBody>
      </p:sp>
      <p:sp>
        <p:nvSpPr>
          <p:cNvPr id="13"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1777" y="1258029"/>
            <a:ext cx="8140446" cy="13716"/>
          </a:xfrm>
          <a:custGeom>
            <a:avLst/>
            <a:gdLst>
              <a:gd name="csX0" fmla="*/ 0 w 8140446"/>
              <a:gd name="csY0" fmla="*/ 0 h 13716"/>
              <a:gd name="csX1" fmla="*/ 434157 w 8140446"/>
              <a:gd name="csY1" fmla="*/ 0 h 13716"/>
              <a:gd name="csX2" fmla="*/ 1193932 w 8140446"/>
              <a:gd name="csY2" fmla="*/ 0 h 13716"/>
              <a:gd name="csX3" fmla="*/ 1628089 w 8140446"/>
              <a:gd name="csY3" fmla="*/ 0 h 13716"/>
              <a:gd name="csX4" fmla="*/ 2225055 w 8140446"/>
              <a:gd name="csY4" fmla="*/ 0 h 13716"/>
              <a:gd name="csX5" fmla="*/ 3066235 w 8140446"/>
              <a:gd name="csY5" fmla="*/ 0 h 13716"/>
              <a:gd name="csX6" fmla="*/ 3744605 w 8140446"/>
              <a:gd name="csY6" fmla="*/ 0 h 13716"/>
              <a:gd name="csX7" fmla="*/ 4504380 w 8140446"/>
              <a:gd name="csY7" fmla="*/ 0 h 13716"/>
              <a:gd name="csX8" fmla="*/ 5101346 w 8140446"/>
              <a:gd name="csY8" fmla="*/ 0 h 13716"/>
              <a:gd name="csX9" fmla="*/ 5779717 w 8140446"/>
              <a:gd name="csY9" fmla="*/ 0 h 13716"/>
              <a:gd name="csX10" fmla="*/ 6620896 w 8140446"/>
              <a:gd name="csY10" fmla="*/ 0 h 13716"/>
              <a:gd name="csX11" fmla="*/ 7136458 w 8140446"/>
              <a:gd name="csY11" fmla="*/ 0 h 13716"/>
              <a:gd name="csX12" fmla="*/ 8140446 w 8140446"/>
              <a:gd name="csY12" fmla="*/ 0 h 13716"/>
              <a:gd name="csX13" fmla="*/ 8140446 w 8140446"/>
              <a:gd name="csY13" fmla="*/ 13716 h 13716"/>
              <a:gd name="csX14" fmla="*/ 7543480 w 8140446"/>
              <a:gd name="csY14" fmla="*/ 13716 h 13716"/>
              <a:gd name="csX15" fmla="*/ 7109323 w 8140446"/>
              <a:gd name="csY15" fmla="*/ 13716 h 13716"/>
              <a:gd name="csX16" fmla="*/ 6430952 w 8140446"/>
              <a:gd name="csY16" fmla="*/ 13716 h 13716"/>
              <a:gd name="csX17" fmla="*/ 5915391 w 8140446"/>
              <a:gd name="csY17" fmla="*/ 13716 h 13716"/>
              <a:gd name="csX18" fmla="*/ 5237020 w 8140446"/>
              <a:gd name="csY18" fmla="*/ 13716 h 13716"/>
              <a:gd name="csX19" fmla="*/ 4558650 w 8140446"/>
              <a:gd name="csY19" fmla="*/ 13716 h 13716"/>
              <a:gd name="csX20" fmla="*/ 3880279 w 8140446"/>
              <a:gd name="csY20" fmla="*/ 13716 h 13716"/>
              <a:gd name="csX21" fmla="*/ 3201909 w 8140446"/>
              <a:gd name="csY21" fmla="*/ 13716 h 13716"/>
              <a:gd name="csX22" fmla="*/ 2604943 w 8140446"/>
              <a:gd name="csY22" fmla="*/ 13716 h 13716"/>
              <a:gd name="csX23" fmla="*/ 1845168 w 8140446"/>
              <a:gd name="csY23" fmla="*/ 13716 h 13716"/>
              <a:gd name="csX24" fmla="*/ 1166797 w 8140446"/>
              <a:gd name="csY24" fmla="*/ 13716 h 13716"/>
              <a:gd name="csX25" fmla="*/ 0 w 8140446"/>
              <a:gd name="csY25" fmla="*/ 13716 h 13716"/>
              <a:gd name="csX26" fmla="*/ 0 w 8140446"/>
              <a:gd name="csY26"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8140446" h="13716" fill="none" extrusionOk="0">
                <a:moveTo>
                  <a:pt x="0" y="0"/>
                </a:moveTo>
                <a:cubicBezTo>
                  <a:pt x="94920" y="9103"/>
                  <a:pt x="287892" y="-4966"/>
                  <a:pt x="434157" y="0"/>
                </a:cubicBezTo>
                <a:cubicBezTo>
                  <a:pt x="580422" y="4966"/>
                  <a:pt x="943595" y="-14182"/>
                  <a:pt x="1193932" y="0"/>
                </a:cubicBezTo>
                <a:cubicBezTo>
                  <a:pt x="1444270" y="14182"/>
                  <a:pt x="1472129" y="5523"/>
                  <a:pt x="1628089" y="0"/>
                </a:cubicBezTo>
                <a:cubicBezTo>
                  <a:pt x="1784049" y="-5523"/>
                  <a:pt x="1962419" y="-17322"/>
                  <a:pt x="2225055" y="0"/>
                </a:cubicBezTo>
                <a:cubicBezTo>
                  <a:pt x="2487691" y="17322"/>
                  <a:pt x="2700681" y="1311"/>
                  <a:pt x="3066235" y="0"/>
                </a:cubicBezTo>
                <a:cubicBezTo>
                  <a:pt x="3431789" y="-1311"/>
                  <a:pt x="3405662" y="25081"/>
                  <a:pt x="3744605" y="0"/>
                </a:cubicBezTo>
                <a:cubicBezTo>
                  <a:pt x="4083548" y="-25081"/>
                  <a:pt x="4265111" y="-11945"/>
                  <a:pt x="4504380" y="0"/>
                </a:cubicBezTo>
                <a:cubicBezTo>
                  <a:pt x="4743649" y="11945"/>
                  <a:pt x="4860394" y="-2832"/>
                  <a:pt x="5101346" y="0"/>
                </a:cubicBezTo>
                <a:cubicBezTo>
                  <a:pt x="5342298" y="2832"/>
                  <a:pt x="5456387" y="23676"/>
                  <a:pt x="5779717" y="0"/>
                </a:cubicBezTo>
                <a:cubicBezTo>
                  <a:pt x="6103047" y="-23676"/>
                  <a:pt x="6270379" y="-37291"/>
                  <a:pt x="6620896" y="0"/>
                </a:cubicBezTo>
                <a:cubicBezTo>
                  <a:pt x="6971413" y="37291"/>
                  <a:pt x="6989068" y="24674"/>
                  <a:pt x="7136458" y="0"/>
                </a:cubicBezTo>
                <a:cubicBezTo>
                  <a:pt x="7283848" y="-24674"/>
                  <a:pt x="7752532" y="-22436"/>
                  <a:pt x="8140446" y="0"/>
                </a:cubicBezTo>
                <a:cubicBezTo>
                  <a:pt x="8140543" y="2784"/>
                  <a:pt x="8140462" y="9558"/>
                  <a:pt x="8140446" y="13716"/>
                </a:cubicBezTo>
                <a:cubicBezTo>
                  <a:pt x="7906329" y="-7615"/>
                  <a:pt x="7681180" y="22893"/>
                  <a:pt x="7543480" y="13716"/>
                </a:cubicBezTo>
                <a:cubicBezTo>
                  <a:pt x="7405780" y="4539"/>
                  <a:pt x="7216607" y="-912"/>
                  <a:pt x="7109323" y="13716"/>
                </a:cubicBezTo>
                <a:cubicBezTo>
                  <a:pt x="7002039" y="28344"/>
                  <a:pt x="6576231" y="38120"/>
                  <a:pt x="6430952" y="13716"/>
                </a:cubicBezTo>
                <a:cubicBezTo>
                  <a:pt x="6285673" y="-10688"/>
                  <a:pt x="6138840" y="29949"/>
                  <a:pt x="5915391" y="13716"/>
                </a:cubicBezTo>
                <a:cubicBezTo>
                  <a:pt x="5691942" y="-2517"/>
                  <a:pt x="5459460" y="47094"/>
                  <a:pt x="5237020" y="13716"/>
                </a:cubicBezTo>
                <a:cubicBezTo>
                  <a:pt x="5014580" y="-19662"/>
                  <a:pt x="4747677" y="35877"/>
                  <a:pt x="4558650" y="13716"/>
                </a:cubicBezTo>
                <a:cubicBezTo>
                  <a:pt x="4369623" y="-8445"/>
                  <a:pt x="4146061" y="7996"/>
                  <a:pt x="3880279" y="13716"/>
                </a:cubicBezTo>
                <a:cubicBezTo>
                  <a:pt x="3614497" y="19436"/>
                  <a:pt x="3473808" y="-17480"/>
                  <a:pt x="3201909" y="13716"/>
                </a:cubicBezTo>
                <a:cubicBezTo>
                  <a:pt x="2930010" y="44912"/>
                  <a:pt x="2728175" y="-8002"/>
                  <a:pt x="2604943" y="13716"/>
                </a:cubicBezTo>
                <a:cubicBezTo>
                  <a:pt x="2481711" y="35434"/>
                  <a:pt x="2004334" y="22380"/>
                  <a:pt x="1845168" y="13716"/>
                </a:cubicBezTo>
                <a:cubicBezTo>
                  <a:pt x="1686003" y="5052"/>
                  <a:pt x="1375070" y="33008"/>
                  <a:pt x="1166797" y="13716"/>
                </a:cubicBezTo>
                <a:cubicBezTo>
                  <a:pt x="958524" y="-5576"/>
                  <a:pt x="342846" y="4308"/>
                  <a:pt x="0" y="13716"/>
                </a:cubicBezTo>
                <a:cubicBezTo>
                  <a:pt x="-100" y="9589"/>
                  <a:pt x="468" y="2983"/>
                  <a:pt x="0" y="0"/>
                </a:cubicBezTo>
                <a:close/>
              </a:path>
              <a:path w="8140446" h="13716" stroke="0" extrusionOk="0">
                <a:moveTo>
                  <a:pt x="0" y="0"/>
                </a:moveTo>
                <a:cubicBezTo>
                  <a:pt x="142435" y="-24533"/>
                  <a:pt x="380026" y="17447"/>
                  <a:pt x="596966" y="0"/>
                </a:cubicBezTo>
                <a:cubicBezTo>
                  <a:pt x="813906" y="-17447"/>
                  <a:pt x="830530" y="13462"/>
                  <a:pt x="1031123" y="0"/>
                </a:cubicBezTo>
                <a:cubicBezTo>
                  <a:pt x="1231716" y="-13462"/>
                  <a:pt x="1634038" y="0"/>
                  <a:pt x="1872303" y="0"/>
                </a:cubicBezTo>
                <a:cubicBezTo>
                  <a:pt x="2110568" y="0"/>
                  <a:pt x="2261934" y="-25727"/>
                  <a:pt x="2469269" y="0"/>
                </a:cubicBezTo>
                <a:cubicBezTo>
                  <a:pt x="2676604" y="25727"/>
                  <a:pt x="2790440" y="16284"/>
                  <a:pt x="3066235" y="0"/>
                </a:cubicBezTo>
                <a:cubicBezTo>
                  <a:pt x="3342030" y="-16284"/>
                  <a:pt x="3685603" y="41976"/>
                  <a:pt x="3907414" y="0"/>
                </a:cubicBezTo>
                <a:cubicBezTo>
                  <a:pt x="4129225" y="-41976"/>
                  <a:pt x="4177416" y="-7598"/>
                  <a:pt x="4422976" y="0"/>
                </a:cubicBezTo>
                <a:cubicBezTo>
                  <a:pt x="4668536" y="7598"/>
                  <a:pt x="5023499" y="-28058"/>
                  <a:pt x="5264155" y="0"/>
                </a:cubicBezTo>
                <a:cubicBezTo>
                  <a:pt x="5504811" y="28058"/>
                  <a:pt x="5703675" y="13288"/>
                  <a:pt x="6105335" y="0"/>
                </a:cubicBezTo>
                <a:cubicBezTo>
                  <a:pt x="6506995" y="-13288"/>
                  <a:pt x="6455516" y="-5124"/>
                  <a:pt x="6783705" y="0"/>
                </a:cubicBezTo>
                <a:cubicBezTo>
                  <a:pt x="7111894" y="5124"/>
                  <a:pt x="7512856" y="10604"/>
                  <a:pt x="8140446" y="0"/>
                </a:cubicBezTo>
                <a:cubicBezTo>
                  <a:pt x="8139772" y="5682"/>
                  <a:pt x="8139843" y="9439"/>
                  <a:pt x="8140446" y="13716"/>
                </a:cubicBezTo>
                <a:cubicBezTo>
                  <a:pt x="7959314" y="-1227"/>
                  <a:pt x="7870113" y="5865"/>
                  <a:pt x="7706289" y="13716"/>
                </a:cubicBezTo>
                <a:cubicBezTo>
                  <a:pt x="7542465" y="21567"/>
                  <a:pt x="7157940" y="12910"/>
                  <a:pt x="6865109" y="13716"/>
                </a:cubicBezTo>
                <a:cubicBezTo>
                  <a:pt x="6572278" y="14522"/>
                  <a:pt x="6524256" y="33479"/>
                  <a:pt x="6349548" y="13716"/>
                </a:cubicBezTo>
                <a:cubicBezTo>
                  <a:pt x="6174840" y="-6047"/>
                  <a:pt x="5951624" y="-4398"/>
                  <a:pt x="5671177" y="13716"/>
                </a:cubicBezTo>
                <a:cubicBezTo>
                  <a:pt x="5390730" y="31830"/>
                  <a:pt x="5222992" y="55486"/>
                  <a:pt x="4829998" y="13716"/>
                </a:cubicBezTo>
                <a:cubicBezTo>
                  <a:pt x="4437004" y="-28054"/>
                  <a:pt x="4344181" y="34515"/>
                  <a:pt x="4151627" y="13716"/>
                </a:cubicBezTo>
                <a:cubicBezTo>
                  <a:pt x="3959073" y="-7083"/>
                  <a:pt x="3886970" y="28303"/>
                  <a:pt x="3717470" y="13716"/>
                </a:cubicBezTo>
                <a:cubicBezTo>
                  <a:pt x="3547970" y="-871"/>
                  <a:pt x="3451521" y="27300"/>
                  <a:pt x="3201909" y="13716"/>
                </a:cubicBezTo>
                <a:cubicBezTo>
                  <a:pt x="2952297" y="132"/>
                  <a:pt x="2543413" y="1457"/>
                  <a:pt x="2360729" y="13716"/>
                </a:cubicBezTo>
                <a:cubicBezTo>
                  <a:pt x="2178045" y="25975"/>
                  <a:pt x="1906056" y="21275"/>
                  <a:pt x="1682359" y="13716"/>
                </a:cubicBezTo>
                <a:cubicBezTo>
                  <a:pt x="1458662" y="6158"/>
                  <a:pt x="1330405" y="3474"/>
                  <a:pt x="1166797" y="13716"/>
                </a:cubicBezTo>
                <a:cubicBezTo>
                  <a:pt x="1003189" y="23958"/>
                  <a:pt x="278098" y="14961"/>
                  <a:pt x="0" y="13716"/>
                </a:cubicBezTo>
                <a:cubicBezTo>
                  <a:pt x="303" y="7982"/>
                  <a:pt x="182" y="5202"/>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628650" y="1447038"/>
            <a:ext cx="7886700" cy="3188970"/>
          </a:xfrm>
        </p:spPr>
        <p:txBody>
          <a:bodyPr>
            <a:normAutofit/>
          </a:bodyPr>
          <a:lstStyle/>
          <a:p>
            <a:pPr lvl="0"/>
            <a:r>
              <a:rPr lang="en-US" sz="1700"/>
              <a:t>Find Months with 30 days that are warmer than 70 degrees.</a:t>
            </a:r>
          </a:p>
          <a:p>
            <a:pPr lvl="0" indent="0">
              <a:buNone/>
            </a:pPr>
            <a:r>
              <a:rPr lang="en-US" sz="1700">
                <a:latin typeface="Courier"/>
              </a:rPr>
              <a:t>calendar_df$AvgTemp &gt;=70 &amp; calendar_df$NumDays==30 </a:t>
            </a:r>
          </a:p>
          <a:p>
            <a:pPr lvl="0"/>
            <a:r>
              <a:rPr lang="en-US" sz="1700"/>
              <a:t>Find Months that have a temperature less than 70 degrees or are summer months.</a:t>
            </a:r>
          </a:p>
          <a:p>
            <a:pPr lvl="0" indent="0">
              <a:buNone/>
            </a:pPr>
            <a:r>
              <a:rPr lang="en-US" sz="1700">
                <a:latin typeface="Courier"/>
              </a:rPr>
              <a:t>calendar_df$AvgTemp &lt;=70 | calendar_df$Season=='Su'</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lang="en-US" dirty="0"/>
              <a:t>Logical Operators Application</a:t>
            </a:r>
          </a:p>
        </p:txBody>
      </p:sp>
      <p:graphicFrame>
        <p:nvGraphicFramePr>
          <p:cNvPr id="13" name="Content Placeholder 2">
            <a:extLst>
              <a:ext uri="{FF2B5EF4-FFF2-40B4-BE49-F238E27FC236}">
                <a16:creationId xmlns:a16="http://schemas.microsoft.com/office/drawing/2014/main" id="{4E63A501-5162-CDBE-2276-99676401ED41}"/>
              </a:ext>
            </a:extLst>
          </p:cNvPr>
          <p:cNvGraphicFramePr>
            <a:graphicFrameLocks noGrp="1"/>
          </p:cNvGraphicFramePr>
          <p:nvPr>
            <p:ph idx="1"/>
          </p:nvPr>
        </p:nvGraphicFramePr>
        <p:xfrm>
          <a:off x="457200" y="1200151"/>
          <a:ext cx="8229600" cy="33944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8650" y="273843"/>
            <a:ext cx="7886700" cy="994173"/>
          </a:xfrm>
        </p:spPr>
        <p:txBody>
          <a:bodyPr>
            <a:normAutofit/>
          </a:bodyPr>
          <a:lstStyle/>
          <a:p>
            <a:pPr marL="0" lvl="0" indent="0">
              <a:buNone/>
            </a:pPr>
            <a:r>
              <a:rPr lang="en-US" sz="4100"/>
              <a:t>Tidyverse</a:t>
            </a:r>
          </a:p>
        </p:txBody>
      </p:sp>
      <p:sp>
        <p:nvSpPr>
          <p:cNvPr id="19"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1777" y="1258029"/>
            <a:ext cx="8140446" cy="13716"/>
          </a:xfrm>
          <a:custGeom>
            <a:avLst/>
            <a:gdLst>
              <a:gd name="csX0" fmla="*/ 0 w 8140446"/>
              <a:gd name="csY0" fmla="*/ 0 h 13716"/>
              <a:gd name="csX1" fmla="*/ 434157 w 8140446"/>
              <a:gd name="csY1" fmla="*/ 0 h 13716"/>
              <a:gd name="csX2" fmla="*/ 1193932 w 8140446"/>
              <a:gd name="csY2" fmla="*/ 0 h 13716"/>
              <a:gd name="csX3" fmla="*/ 1628089 w 8140446"/>
              <a:gd name="csY3" fmla="*/ 0 h 13716"/>
              <a:gd name="csX4" fmla="*/ 2225055 w 8140446"/>
              <a:gd name="csY4" fmla="*/ 0 h 13716"/>
              <a:gd name="csX5" fmla="*/ 3066235 w 8140446"/>
              <a:gd name="csY5" fmla="*/ 0 h 13716"/>
              <a:gd name="csX6" fmla="*/ 3744605 w 8140446"/>
              <a:gd name="csY6" fmla="*/ 0 h 13716"/>
              <a:gd name="csX7" fmla="*/ 4504380 w 8140446"/>
              <a:gd name="csY7" fmla="*/ 0 h 13716"/>
              <a:gd name="csX8" fmla="*/ 5101346 w 8140446"/>
              <a:gd name="csY8" fmla="*/ 0 h 13716"/>
              <a:gd name="csX9" fmla="*/ 5779717 w 8140446"/>
              <a:gd name="csY9" fmla="*/ 0 h 13716"/>
              <a:gd name="csX10" fmla="*/ 6620896 w 8140446"/>
              <a:gd name="csY10" fmla="*/ 0 h 13716"/>
              <a:gd name="csX11" fmla="*/ 7136458 w 8140446"/>
              <a:gd name="csY11" fmla="*/ 0 h 13716"/>
              <a:gd name="csX12" fmla="*/ 8140446 w 8140446"/>
              <a:gd name="csY12" fmla="*/ 0 h 13716"/>
              <a:gd name="csX13" fmla="*/ 8140446 w 8140446"/>
              <a:gd name="csY13" fmla="*/ 13716 h 13716"/>
              <a:gd name="csX14" fmla="*/ 7543480 w 8140446"/>
              <a:gd name="csY14" fmla="*/ 13716 h 13716"/>
              <a:gd name="csX15" fmla="*/ 7109323 w 8140446"/>
              <a:gd name="csY15" fmla="*/ 13716 h 13716"/>
              <a:gd name="csX16" fmla="*/ 6430952 w 8140446"/>
              <a:gd name="csY16" fmla="*/ 13716 h 13716"/>
              <a:gd name="csX17" fmla="*/ 5915391 w 8140446"/>
              <a:gd name="csY17" fmla="*/ 13716 h 13716"/>
              <a:gd name="csX18" fmla="*/ 5237020 w 8140446"/>
              <a:gd name="csY18" fmla="*/ 13716 h 13716"/>
              <a:gd name="csX19" fmla="*/ 4558650 w 8140446"/>
              <a:gd name="csY19" fmla="*/ 13716 h 13716"/>
              <a:gd name="csX20" fmla="*/ 3880279 w 8140446"/>
              <a:gd name="csY20" fmla="*/ 13716 h 13716"/>
              <a:gd name="csX21" fmla="*/ 3201909 w 8140446"/>
              <a:gd name="csY21" fmla="*/ 13716 h 13716"/>
              <a:gd name="csX22" fmla="*/ 2604943 w 8140446"/>
              <a:gd name="csY22" fmla="*/ 13716 h 13716"/>
              <a:gd name="csX23" fmla="*/ 1845168 w 8140446"/>
              <a:gd name="csY23" fmla="*/ 13716 h 13716"/>
              <a:gd name="csX24" fmla="*/ 1166797 w 8140446"/>
              <a:gd name="csY24" fmla="*/ 13716 h 13716"/>
              <a:gd name="csX25" fmla="*/ 0 w 8140446"/>
              <a:gd name="csY25" fmla="*/ 13716 h 13716"/>
              <a:gd name="csX26" fmla="*/ 0 w 8140446"/>
              <a:gd name="csY26"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8140446" h="13716" fill="none" extrusionOk="0">
                <a:moveTo>
                  <a:pt x="0" y="0"/>
                </a:moveTo>
                <a:cubicBezTo>
                  <a:pt x="94920" y="9103"/>
                  <a:pt x="287892" y="-4966"/>
                  <a:pt x="434157" y="0"/>
                </a:cubicBezTo>
                <a:cubicBezTo>
                  <a:pt x="580422" y="4966"/>
                  <a:pt x="943595" y="-14182"/>
                  <a:pt x="1193932" y="0"/>
                </a:cubicBezTo>
                <a:cubicBezTo>
                  <a:pt x="1444270" y="14182"/>
                  <a:pt x="1472129" y="5523"/>
                  <a:pt x="1628089" y="0"/>
                </a:cubicBezTo>
                <a:cubicBezTo>
                  <a:pt x="1784049" y="-5523"/>
                  <a:pt x="1962419" y="-17322"/>
                  <a:pt x="2225055" y="0"/>
                </a:cubicBezTo>
                <a:cubicBezTo>
                  <a:pt x="2487691" y="17322"/>
                  <a:pt x="2700681" y="1311"/>
                  <a:pt x="3066235" y="0"/>
                </a:cubicBezTo>
                <a:cubicBezTo>
                  <a:pt x="3431789" y="-1311"/>
                  <a:pt x="3405662" y="25081"/>
                  <a:pt x="3744605" y="0"/>
                </a:cubicBezTo>
                <a:cubicBezTo>
                  <a:pt x="4083548" y="-25081"/>
                  <a:pt x="4265111" y="-11945"/>
                  <a:pt x="4504380" y="0"/>
                </a:cubicBezTo>
                <a:cubicBezTo>
                  <a:pt x="4743649" y="11945"/>
                  <a:pt x="4860394" y="-2832"/>
                  <a:pt x="5101346" y="0"/>
                </a:cubicBezTo>
                <a:cubicBezTo>
                  <a:pt x="5342298" y="2832"/>
                  <a:pt x="5456387" y="23676"/>
                  <a:pt x="5779717" y="0"/>
                </a:cubicBezTo>
                <a:cubicBezTo>
                  <a:pt x="6103047" y="-23676"/>
                  <a:pt x="6270379" y="-37291"/>
                  <a:pt x="6620896" y="0"/>
                </a:cubicBezTo>
                <a:cubicBezTo>
                  <a:pt x="6971413" y="37291"/>
                  <a:pt x="6989068" y="24674"/>
                  <a:pt x="7136458" y="0"/>
                </a:cubicBezTo>
                <a:cubicBezTo>
                  <a:pt x="7283848" y="-24674"/>
                  <a:pt x="7752532" y="-22436"/>
                  <a:pt x="8140446" y="0"/>
                </a:cubicBezTo>
                <a:cubicBezTo>
                  <a:pt x="8140543" y="2784"/>
                  <a:pt x="8140462" y="9558"/>
                  <a:pt x="8140446" y="13716"/>
                </a:cubicBezTo>
                <a:cubicBezTo>
                  <a:pt x="7906329" y="-7615"/>
                  <a:pt x="7681180" y="22893"/>
                  <a:pt x="7543480" y="13716"/>
                </a:cubicBezTo>
                <a:cubicBezTo>
                  <a:pt x="7405780" y="4539"/>
                  <a:pt x="7216607" y="-912"/>
                  <a:pt x="7109323" y="13716"/>
                </a:cubicBezTo>
                <a:cubicBezTo>
                  <a:pt x="7002039" y="28344"/>
                  <a:pt x="6576231" y="38120"/>
                  <a:pt x="6430952" y="13716"/>
                </a:cubicBezTo>
                <a:cubicBezTo>
                  <a:pt x="6285673" y="-10688"/>
                  <a:pt x="6138840" y="29949"/>
                  <a:pt x="5915391" y="13716"/>
                </a:cubicBezTo>
                <a:cubicBezTo>
                  <a:pt x="5691942" y="-2517"/>
                  <a:pt x="5459460" y="47094"/>
                  <a:pt x="5237020" y="13716"/>
                </a:cubicBezTo>
                <a:cubicBezTo>
                  <a:pt x="5014580" y="-19662"/>
                  <a:pt x="4747677" y="35877"/>
                  <a:pt x="4558650" y="13716"/>
                </a:cubicBezTo>
                <a:cubicBezTo>
                  <a:pt x="4369623" y="-8445"/>
                  <a:pt x="4146061" y="7996"/>
                  <a:pt x="3880279" y="13716"/>
                </a:cubicBezTo>
                <a:cubicBezTo>
                  <a:pt x="3614497" y="19436"/>
                  <a:pt x="3473808" y="-17480"/>
                  <a:pt x="3201909" y="13716"/>
                </a:cubicBezTo>
                <a:cubicBezTo>
                  <a:pt x="2930010" y="44912"/>
                  <a:pt x="2728175" y="-8002"/>
                  <a:pt x="2604943" y="13716"/>
                </a:cubicBezTo>
                <a:cubicBezTo>
                  <a:pt x="2481711" y="35434"/>
                  <a:pt x="2004334" y="22380"/>
                  <a:pt x="1845168" y="13716"/>
                </a:cubicBezTo>
                <a:cubicBezTo>
                  <a:pt x="1686003" y="5052"/>
                  <a:pt x="1375070" y="33008"/>
                  <a:pt x="1166797" y="13716"/>
                </a:cubicBezTo>
                <a:cubicBezTo>
                  <a:pt x="958524" y="-5576"/>
                  <a:pt x="342846" y="4308"/>
                  <a:pt x="0" y="13716"/>
                </a:cubicBezTo>
                <a:cubicBezTo>
                  <a:pt x="-100" y="9589"/>
                  <a:pt x="468" y="2983"/>
                  <a:pt x="0" y="0"/>
                </a:cubicBezTo>
                <a:close/>
              </a:path>
              <a:path w="8140446" h="13716" stroke="0" extrusionOk="0">
                <a:moveTo>
                  <a:pt x="0" y="0"/>
                </a:moveTo>
                <a:cubicBezTo>
                  <a:pt x="142435" y="-24533"/>
                  <a:pt x="380026" y="17447"/>
                  <a:pt x="596966" y="0"/>
                </a:cubicBezTo>
                <a:cubicBezTo>
                  <a:pt x="813906" y="-17447"/>
                  <a:pt x="830530" y="13462"/>
                  <a:pt x="1031123" y="0"/>
                </a:cubicBezTo>
                <a:cubicBezTo>
                  <a:pt x="1231716" y="-13462"/>
                  <a:pt x="1634038" y="0"/>
                  <a:pt x="1872303" y="0"/>
                </a:cubicBezTo>
                <a:cubicBezTo>
                  <a:pt x="2110568" y="0"/>
                  <a:pt x="2261934" y="-25727"/>
                  <a:pt x="2469269" y="0"/>
                </a:cubicBezTo>
                <a:cubicBezTo>
                  <a:pt x="2676604" y="25727"/>
                  <a:pt x="2790440" y="16284"/>
                  <a:pt x="3066235" y="0"/>
                </a:cubicBezTo>
                <a:cubicBezTo>
                  <a:pt x="3342030" y="-16284"/>
                  <a:pt x="3685603" y="41976"/>
                  <a:pt x="3907414" y="0"/>
                </a:cubicBezTo>
                <a:cubicBezTo>
                  <a:pt x="4129225" y="-41976"/>
                  <a:pt x="4177416" y="-7598"/>
                  <a:pt x="4422976" y="0"/>
                </a:cubicBezTo>
                <a:cubicBezTo>
                  <a:pt x="4668536" y="7598"/>
                  <a:pt x="5023499" y="-28058"/>
                  <a:pt x="5264155" y="0"/>
                </a:cubicBezTo>
                <a:cubicBezTo>
                  <a:pt x="5504811" y="28058"/>
                  <a:pt x="5703675" y="13288"/>
                  <a:pt x="6105335" y="0"/>
                </a:cubicBezTo>
                <a:cubicBezTo>
                  <a:pt x="6506995" y="-13288"/>
                  <a:pt x="6455516" y="-5124"/>
                  <a:pt x="6783705" y="0"/>
                </a:cubicBezTo>
                <a:cubicBezTo>
                  <a:pt x="7111894" y="5124"/>
                  <a:pt x="7512856" y="10604"/>
                  <a:pt x="8140446" y="0"/>
                </a:cubicBezTo>
                <a:cubicBezTo>
                  <a:pt x="8139772" y="5682"/>
                  <a:pt x="8139843" y="9439"/>
                  <a:pt x="8140446" y="13716"/>
                </a:cubicBezTo>
                <a:cubicBezTo>
                  <a:pt x="7959314" y="-1227"/>
                  <a:pt x="7870113" y="5865"/>
                  <a:pt x="7706289" y="13716"/>
                </a:cubicBezTo>
                <a:cubicBezTo>
                  <a:pt x="7542465" y="21567"/>
                  <a:pt x="7157940" y="12910"/>
                  <a:pt x="6865109" y="13716"/>
                </a:cubicBezTo>
                <a:cubicBezTo>
                  <a:pt x="6572278" y="14522"/>
                  <a:pt x="6524256" y="33479"/>
                  <a:pt x="6349548" y="13716"/>
                </a:cubicBezTo>
                <a:cubicBezTo>
                  <a:pt x="6174840" y="-6047"/>
                  <a:pt x="5951624" y="-4398"/>
                  <a:pt x="5671177" y="13716"/>
                </a:cubicBezTo>
                <a:cubicBezTo>
                  <a:pt x="5390730" y="31830"/>
                  <a:pt x="5222992" y="55486"/>
                  <a:pt x="4829998" y="13716"/>
                </a:cubicBezTo>
                <a:cubicBezTo>
                  <a:pt x="4437004" y="-28054"/>
                  <a:pt x="4344181" y="34515"/>
                  <a:pt x="4151627" y="13716"/>
                </a:cubicBezTo>
                <a:cubicBezTo>
                  <a:pt x="3959073" y="-7083"/>
                  <a:pt x="3886970" y="28303"/>
                  <a:pt x="3717470" y="13716"/>
                </a:cubicBezTo>
                <a:cubicBezTo>
                  <a:pt x="3547970" y="-871"/>
                  <a:pt x="3451521" y="27300"/>
                  <a:pt x="3201909" y="13716"/>
                </a:cubicBezTo>
                <a:cubicBezTo>
                  <a:pt x="2952297" y="132"/>
                  <a:pt x="2543413" y="1457"/>
                  <a:pt x="2360729" y="13716"/>
                </a:cubicBezTo>
                <a:cubicBezTo>
                  <a:pt x="2178045" y="25975"/>
                  <a:pt x="1906056" y="21275"/>
                  <a:pt x="1682359" y="13716"/>
                </a:cubicBezTo>
                <a:cubicBezTo>
                  <a:pt x="1458662" y="6158"/>
                  <a:pt x="1330405" y="3474"/>
                  <a:pt x="1166797" y="13716"/>
                </a:cubicBezTo>
                <a:cubicBezTo>
                  <a:pt x="1003189" y="23958"/>
                  <a:pt x="278098" y="14961"/>
                  <a:pt x="0" y="13716"/>
                </a:cubicBezTo>
                <a:cubicBezTo>
                  <a:pt x="303" y="7982"/>
                  <a:pt x="182" y="5202"/>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Content Placeholder 2"/>
          <p:cNvSpPr>
            <a:spLocks noGrp="1"/>
          </p:cNvSpPr>
          <p:nvPr>
            <p:ph idx="1"/>
          </p:nvPr>
        </p:nvSpPr>
        <p:spPr>
          <a:xfrm>
            <a:off x="628650" y="1447038"/>
            <a:ext cx="7886700" cy="3188970"/>
          </a:xfrm>
        </p:spPr>
        <p:txBody>
          <a:bodyPr>
            <a:normAutofit/>
          </a:bodyPr>
          <a:lstStyle/>
          <a:p>
            <a:pPr marL="0" lvl="0" indent="0">
              <a:buNone/>
            </a:pPr>
            <a:r>
              <a:rPr sz="1700" dirty="0" err="1"/>
              <a:t>Tidyverse</a:t>
            </a:r>
            <a:r>
              <a:rPr sz="1700" dirty="0"/>
              <a:t> is a set of packages that facilitate data science tasks in R. The main focus is on providing tools for data manipulation, exploration, and visualization.</a:t>
            </a:r>
          </a:p>
          <a:p>
            <a:pPr lvl="0"/>
            <a:r>
              <a:rPr sz="1700" b="1" dirty="0"/>
              <a:t>Tidy Data</a:t>
            </a:r>
            <a:r>
              <a:rPr sz="1700" dirty="0"/>
              <a:t>: Where each variable is a column, each observation is a row, and each type of observational unit forms a table. This structure makes it easier to work with and visualize data.</a:t>
            </a:r>
          </a:p>
          <a:p>
            <a:pPr lvl="1"/>
            <a:r>
              <a:rPr sz="1700" b="1" dirty="0"/>
              <a:t>Tibble</a:t>
            </a:r>
            <a:r>
              <a:rPr sz="1700" dirty="0"/>
              <a:t>: modern, user-friendly version of data frames in R that adheres to the principles of tidy data.</a:t>
            </a:r>
          </a:p>
          <a:p>
            <a:pPr lvl="0"/>
            <a:r>
              <a:rPr sz="1700" b="1" dirty="0"/>
              <a:t>Modularity</a:t>
            </a:r>
            <a:r>
              <a:rPr sz="1700" dirty="0"/>
              <a:t> : Allowing users to load only the packages they need for specific tasks, making the workflow more efficient.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5DB3719-6FDC-4E5D-891D-FF40B7300F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8650" y="273843"/>
            <a:ext cx="7886700" cy="994173"/>
          </a:xfrm>
        </p:spPr>
        <p:txBody>
          <a:bodyPr>
            <a:normAutofit/>
          </a:bodyPr>
          <a:lstStyle/>
          <a:p>
            <a:pPr marL="0" lvl="0" indent="0">
              <a:buNone/>
            </a:pPr>
            <a:r>
              <a:rPr lang="en-US" sz="4100"/>
              <a:t>Core Components of Tidyverse</a:t>
            </a:r>
          </a:p>
        </p:txBody>
      </p:sp>
      <p:sp>
        <p:nvSpPr>
          <p:cNvPr id="11" name="sketch line">
            <a:extLst>
              <a:ext uri="{FF2B5EF4-FFF2-40B4-BE49-F238E27FC236}">
                <a16:creationId xmlns:a16="http://schemas.microsoft.com/office/drawing/2014/main" id="{E0CBAC23-2E3F-4A90-BA59-F8299F6A54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28650" y="1398984"/>
            <a:ext cx="7818120" cy="13716"/>
          </a:xfrm>
          <a:custGeom>
            <a:avLst/>
            <a:gdLst>
              <a:gd name="csX0" fmla="*/ 0 w 7818120"/>
              <a:gd name="csY0" fmla="*/ 0 h 13716"/>
              <a:gd name="csX1" fmla="*/ 416966 w 7818120"/>
              <a:gd name="csY1" fmla="*/ 0 h 13716"/>
              <a:gd name="csX2" fmla="*/ 1146658 w 7818120"/>
              <a:gd name="csY2" fmla="*/ 0 h 13716"/>
              <a:gd name="csX3" fmla="*/ 1563624 w 7818120"/>
              <a:gd name="csY3" fmla="*/ 0 h 13716"/>
              <a:gd name="csX4" fmla="*/ 2136953 w 7818120"/>
              <a:gd name="csY4" fmla="*/ 0 h 13716"/>
              <a:gd name="csX5" fmla="*/ 2944825 w 7818120"/>
              <a:gd name="csY5" fmla="*/ 0 h 13716"/>
              <a:gd name="csX6" fmla="*/ 3596335 w 7818120"/>
              <a:gd name="csY6" fmla="*/ 0 h 13716"/>
              <a:gd name="csX7" fmla="*/ 4326026 w 7818120"/>
              <a:gd name="csY7" fmla="*/ 0 h 13716"/>
              <a:gd name="csX8" fmla="*/ 4899355 w 7818120"/>
              <a:gd name="csY8" fmla="*/ 0 h 13716"/>
              <a:gd name="csX9" fmla="*/ 5550865 w 7818120"/>
              <a:gd name="csY9" fmla="*/ 0 h 13716"/>
              <a:gd name="csX10" fmla="*/ 6358738 w 7818120"/>
              <a:gd name="csY10" fmla="*/ 0 h 13716"/>
              <a:gd name="csX11" fmla="*/ 6853885 w 7818120"/>
              <a:gd name="csY11" fmla="*/ 0 h 13716"/>
              <a:gd name="csX12" fmla="*/ 7818120 w 7818120"/>
              <a:gd name="csY12" fmla="*/ 0 h 13716"/>
              <a:gd name="csX13" fmla="*/ 7818120 w 7818120"/>
              <a:gd name="csY13" fmla="*/ 13716 h 13716"/>
              <a:gd name="csX14" fmla="*/ 7244791 w 7818120"/>
              <a:gd name="csY14" fmla="*/ 13716 h 13716"/>
              <a:gd name="csX15" fmla="*/ 6827825 w 7818120"/>
              <a:gd name="csY15" fmla="*/ 13716 h 13716"/>
              <a:gd name="csX16" fmla="*/ 6176315 w 7818120"/>
              <a:gd name="csY16" fmla="*/ 13716 h 13716"/>
              <a:gd name="csX17" fmla="*/ 5681167 w 7818120"/>
              <a:gd name="csY17" fmla="*/ 13716 h 13716"/>
              <a:gd name="csX18" fmla="*/ 5029657 w 7818120"/>
              <a:gd name="csY18" fmla="*/ 13716 h 13716"/>
              <a:gd name="csX19" fmla="*/ 4378147 w 7818120"/>
              <a:gd name="csY19" fmla="*/ 13716 h 13716"/>
              <a:gd name="csX20" fmla="*/ 3726637 w 7818120"/>
              <a:gd name="csY20" fmla="*/ 13716 h 13716"/>
              <a:gd name="csX21" fmla="*/ 3075127 w 7818120"/>
              <a:gd name="csY21" fmla="*/ 13716 h 13716"/>
              <a:gd name="csX22" fmla="*/ 2501798 w 7818120"/>
              <a:gd name="csY22" fmla="*/ 13716 h 13716"/>
              <a:gd name="csX23" fmla="*/ 1772107 w 7818120"/>
              <a:gd name="csY23" fmla="*/ 13716 h 13716"/>
              <a:gd name="csX24" fmla="*/ 1120597 w 7818120"/>
              <a:gd name="csY24" fmla="*/ 13716 h 13716"/>
              <a:gd name="csX25" fmla="*/ 0 w 7818120"/>
              <a:gd name="csY25" fmla="*/ 13716 h 13716"/>
              <a:gd name="csX26" fmla="*/ 0 w 7818120"/>
              <a:gd name="csY26"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7818120" h="13716" fill="none" extrusionOk="0">
                <a:moveTo>
                  <a:pt x="0" y="0"/>
                </a:moveTo>
                <a:cubicBezTo>
                  <a:pt x="121520" y="-12182"/>
                  <a:pt x="211324" y="18247"/>
                  <a:pt x="416966" y="0"/>
                </a:cubicBezTo>
                <a:cubicBezTo>
                  <a:pt x="622608" y="-18247"/>
                  <a:pt x="891241" y="-13744"/>
                  <a:pt x="1146658" y="0"/>
                </a:cubicBezTo>
                <a:cubicBezTo>
                  <a:pt x="1402075" y="13744"/>
                  <a:pt x="1378880" y="-8543"/>
                  <a:pt x="1563624" y="0"/>
                </a:cubicBezTo>
                <a:cubicBezTo>
                  <a:pt x="1748368" y="8543"/>
                  <a:pt x="1972300" y="7443"/>
                  <a:pt x="2136953" y="0"/>
                </a:cubicBezTo>
                <a:cubicBezTo>
                  <a:pt x="2301606" y="-7443"/>
                  <a:pt x="2679634" y="12382"/>
                  <a:pt x="2944825" y="0"/>
                </a:cubicBezTo>
                <a:cubicBezTo>
                  <a:pt x="3210016" y="-12382"/>
                  <a:pt x="3409232" y="17967"/>
                  <a:pt x="3596335" y="0"/>
                </a:cubicBezTo>
                <a:cubicBezTo>
                  <a:pt x="3783438" y="-17967"/>
                  <a:pt x="4002523" y="-28578"/>
                  <a:pt x="4326026" y="0"/>
                </a:cubicBezTo>
                <a:cubicBezTo>
                  <a:pt x="4649529" y="28578"/>
                  <a:pt x="4777384" y="-3624"/>
                  <a:pt x="4899355" y="0"/>
                </a:cubicBezTo>
                <a:cubicBezTo>
                  <a:pt x="5021326" y="3624"/>
                  <a:pt x="5317653" y="1281"/>
                  <a:pt x="5550865" y="0"/>
                </a:cubicBezTo>
                <a:cubicBezTo>
                  <a:pt x="5784077" y="-1281"/>
                  <a:pt x="6142956" y="-39637"/>
                  <a:pt x="6358738" y="0"/>
                </a:cubicBezTo>
                <a:cubicBezTo>
                  <a:pt x="6574520" y="39637"/>
                  <a:pt x="6724785" y="-4460"/>
                  <a:pt x="6853885" y="0"/>
                </a:cubicBezTo>
                <a:cubicBezTo>
                  <a:pt x="6982985" y="4460"/>
                  <a:pt x="7403044" y="-1955"/>
                  <a:pt x="7818120" y="0"/>
                </a:cubicBezTo>
                <a:cubicBezTo>
                  <a:pt x="7818217" y="2784"/>
                  <a:pt x="7818136" y="9558"/>
                  <a:pt x="7818120" y="13716"/>
                </a:cubicBezTo>
                <a:cubicBezTo>
                  <a:pt x="7698847" y="-7839"/>
                  <a:pt x="7390924" y="18407"/>
                  <a:pt x="7244791" y="13716"/>
                </a:cubicBezTo>
                <a:cubicBezTo>
                  <a:pt x="7098658" y="9025"/>
                  <a:pt x="6952735" y="24785"/>
                  <a:pt x="6827825" y="13716"/>
                </a:cubicBezTo>
                <a:cubicBezTo>
                  <a:pt x="6702915" y="2647"/>
                  <a:pt x="6338661" y="29958"/>
                  <a:pt x="6176315" y="13716"/>
                </a:cubicBezTo>
                <a:cubicBezTo>
                  <a:pt x="6013969" y="-2526"/>
                  <a:pt x="5850602" y="1790"/>
                  <a:pt x="5681167" y="13716"/>
                </a:cubicBezTo>
                <a:cubicBezTo>
                  <a:pt x="5511732" y="25642"/>
                  <a:pt x="5312143" y="-4154"/>
                  <a:pt x="5029657" y="13716"/>
                </a:cubicBezTo>
                <a:cubicBezTo>
                  <a:pt x="4747171" y="31586"/>
                  <a:pt x="4655062" y="26168"/>
                  <a:pt x="4378147" y="13716"/>
                </a:cubicBezTo>
                <a:cubicBezTo>
                  <a:pt x="4101232" y="1265"/>
                  <a:pt x="4037646" y="40134"/>
                  <a:pt x="3726637" y="13716"/>
                </a:cubicBezTo>
                <a:cubicBezTo>
                  <a:pt x="3415628" y="-12702"/>
                  <a:pt x="3321756" y="40935"/>
                  <a:pt x="3075127" y="13716"/>
                </a:cubicBezTo>
                <a:cubicBezTo>
                  <a:pt x="2828498" y="-13503"/>
                  <a:pt x="2684733" y="10281"/>
                  <a:pt x="2501798" y="13716"/>
                </a:cubicBezTo>
                <a:cubicBezTo>
                  <a:pt x="2318863" y="17151"/>
                  <a:pt x="2121844" y="-17585"/>
                  <a:pt x="1772107" y="13716"/>
                </a:cubicBezTo>
                <a:cubicBezTo>
                  <a:pt x="1422370" y="45017"/>
                  <a:pt x="1431548" y="27094"/>
                  <a:pt x="1120597" y="13716"/>
                </a:cubicBezTo>
                <a:cubicBezTo>
                  <a:pt x="809646" y="339"/>
                  <a:pt x="246393" y="51668"/>
                  <a:pt x="0" y="13716"/>
                </a:cubicBezTo>
                <a:cubicBezTo>
                  <a:pt x="-100" y="9589"/>
                  <a:pt x="468" y="2983"/>
                  <a:pt x="0" y="0"/>
                </a:cubicBezTo>
                <a:close/>
              </a:path>
              <a:path w="7818120" h="13716" stroke="0" extrusionOk="0">
                <a:moveTo>
                  <a:pt x="0" y="0"/>
                </a:moveTo>
                <a:cubicBezTo>
                  <a:pt x="177487" y="-4302"/>
                  <a:pt x="287499" y="4997"/>
                  <a:pt x="573329" y="0"/>
                </a:cubicBezTo>
                <a:cubicBezTo>
                  <a:pt x="859159" y="-4997"/>
                  <a:pt x="821965" y="-336"/>
                  <a:pt x="990295" y="0"/>
                </a:cubicBezTo>
                <a:cubicBezTo>
                  <a:pt x="1158625" y="336"/>
                  <a:pt x="1587918" y="-4681"/>
                  <a:pt x="1798168" y="0"/>
                </a:cubicBezTo>
                <a:cubicBezTo>
                  <a:pt x="2008418" y="4681"/>
                  <a:pt x="2088841" y="-2754"/>
                  <a:pt x="2371496" y="0"/>
                </a:cubicBezTo>
                <a:cubicBezTo>
                  <a:pt x="2654151" y="2754"/>
                  <a:pt x="2701462" y="-24976"/>
                  <a:pt x="2944825" y="0"/>
                </a:cubicBezTo>
                <a:cubicBezTo>
                  <a:pt x="3188188" y="24976"/>
                  <a:pt x="3511636" y="25407"/>
                  <a:pt x="3752698" y="0"/>
                </a:cubicBezTo>
                <a:cubicBezTo>
                  <a:pt x="3993760" y="-25407"/>
                  <a:pt x="4107153" y="6432"/>
                  <a:pt x="4247845" y="0"/>
                </a:cubicBezTo>
                <a:cubicBezTo>
                  <a:pt x="4388537" y="-6432"/>
                  <a:pt x="4835598" y="-5108"/>
                  <a:pt x="5055718" y="0"/>
                </a:cubicBezTo>
                <a:cubicBezTo>
                  <a:pt x="5275838" y="5108"/>
                  <a:pt x="5461006" y="-24536"/>
                  <a:pt x="5863590" y="0"/>
                </a:cubicBezTo>
                <a:cubicBezTo>
                  <a:pt x="6266174" y="24536"/>
                  <a:pt x="6355549" y="-19657"/>
                  <a:pt x="6515100" y="0"/>
                </a:cubicBezTo>
                <a:cubicBezTo>
                  <a:pt x="6674651" y="19657"/>
                  <a:pt x="7275423" y="-57462"/>
                  <a:pt x="7818120" y="0"/>
                </a:cubicBezTo>
                <a:cubicBezTo>
                  <a:pt x="7817446" y="5682"/>
                  <a:pt x="7817517" y="9439"/>
                  <a:pt x="7818120" y="13716"/>
                </a:cubicBezTo>
                <a:cubicBezTo>
                  <a:pt x="7610240" y="34"/>
                  <a:pt x="7521789" y="3149"/>
                  <a:pt x="7401154" y="13716"/>
                </a:cubicBezTo>
                <a:cubicBezTo>
                  <a:pt x="7280519" y="24283"/>
                  <a:pt x="6930719" y="-347"/>
                  <a:pt x="6593281" y="13716"/>
                </a:cubicBezTo>
                <a:cubicBezTo>
                  <a:pt x="6255843" y="27779"/>
                  <a:pt x="6286682" y="-3410"/>
                  <a:pt x="6098134" y="13716"/>
                </a:cubicBezTo>
                <a:cubicBezTo>
                  <a:pt x="5909586" y="30842"/>
                  <a:pt x="5602789" y="44024"/>
                  <a:pt x="5446624" y="13716"/>
                </a:cubicBezTo>
                <a:cubicBezTo>
                  <a:pt x="5290459" y="-16592"/>
                  <a:pt x="4917039" y="17388"/>
                  <a:pt x="4638751" y="13716"/>
                </a:cubicBezTo>
                <a:cubicBezTo>
                  <a:pt x="4360463" y="10044"/>
                  <a:pt x="4304690" y="878"/>
                  <a:pt x="3987241" y="13716"/>
                </a:cubicBezTo>
                <a:cubicBezTo>
                  <a:pt x="3669792" y="26555"/>
                  <a:pt x="3758742" y="27979"/>
                  <a:pt x="3570275" y="13716"/>
                </a:cubicBezTo>
                <a:cubicBezTo>
                  <a:pt x="3381808" y="-547"/>
                  <a:pt x="3267153" y="31628"/>
                  <a:pt x="3075127" y="13716"/>
                </a:cubicBezTo>
                <a:cubicBezTo>
                  <a:pt x="2883101" y="-4196"/>
                  <a:pt x="2665825" y="6401"/>
                  <a:pt x="2267255" y="13716"/>
                </a:cubicBezTo>
                <a:cubicBezTo>
                  <a:pt x="1868685" y="21031"/>
                  <a:pt x="1884698" y="23838"/>
                  <a:pt x="1615745" y="13716"/>
                </a:cubicBezTo>
                <a:cubicBezTo>
                  <a:pt x="1346792" y="3595"/>
                  <a:pt x="1320952" y="5858"/>
                  <a:pt x="1120597" y="13716"/>
                </a:cubicBezTo>
                <a:cubicBezTo>
                  <a:pt x="920242" y="21574"/>
                  <a:pt x="556507" y="46218"/>
                  <a:pt x="0" y="13716"/>
                </a:cubicBezTo>
                <a:cubicBezTo>
                  <a:pt x="303" y="7982"/>
                  <a:pt x="182" y="5202"/>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3B94290A-BD18-61A3-648E-4D930A3F90AA}"/>
              </a:ext>
            </a:extLst>
          </p:cNvPr>
          <p:cNvGraphicFramePr>
            <a:graphicFrameLocks noGrp="1"/>
          </p:cNvGraphicFramePr>
          <p:nvPr>
            <p:ph idx="1"/>
            <p:extLst>
              <p:ext uri="{D42A27DB-BD31-4B8C-83A1-F6EECF244321}">
                <p14:modId xmlns:p14="http://schemas.microsoft.com/office/powerpoint/2010/main" val="3705969626"/>
              </p:ext>
            </p:extLst>
          </p:nvPr>
        </p:nvGraphicFramePr>
        <p:xfrm>
          <a:off x="628650" y="1671065"/>
          <a:ext cx="7886700" cy="29616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837543A-6020-4505-A233-C9DB4BF740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8650" y="273843"/>
            <a:ext cx="4168866" cy="994173"/>
          </a:xfrm>
        </p:spPr>
        <p:txBody>
          <a:bodyPr>
            <a:normAutofit/>
          </a:bodyPr>
          <a:lstStyle/>
          <a:p>
            <a:pPr marL="0" lvl="0" indent="0">
              <a:lnSpc>
                <a:spcPct val="90000"/>
              </a:lnSpc>
              <a:buNone/>
            </a:pPr>
            <a:r>
              <a:rPr lang="en-US" sz="3100"/>
              <a:t>Components of Tidyverse</a:t>
            </a:r>
          </a:p>
        </p:txBody>
      </p:sp>
      <p:sp>
        <p:nvSpPr>
          <p:cNvPr id="10" name="Freeform: Shape 9">
            <a:extLst>
              <a:ext uri="{FF2B5EF4-FFF2-40B4-BE49-F238E27FC236}">
                <a16:creationId xmlns:a16="http://schemas.microsoft.com/office/drawing/2014/main" id="{35B16301-FB18-48BA-A6DD-C37CAF6F9A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656521" y="0"/>
            <a:ext cx="851299" cy="358498"/>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Content Placeholder 2"/>
          <p:cNvSpPr>
            <a:spLocks noGrp="1"/>
          </p:cNvSpPr>
          <p:nvPr>
            <p:ph idx="1"/>
          </p:nvPr>
        </p:nvSpPr>
        <p:spPr>
          <a:xfrm>
            <a:off x="628650" y="1369218"/>
            <a:ext cx="4168866" cy="3263504"/>
          </a:xfrm>
        </p:spPr>
        <p:txBody>
          <a:bodyPr>
            <a:normAutofit/>
          </a:bodyPr>
          <a:lstStyle/>
          <a:p>
            <a:pPr lvl="0"/>
            <a:r>
              <a:rPr lang="en-US" sz="1700" b="1"/>
              <a:t>readr</a:t>
            </a:r>
            <a:r>
              <a:rPr lang="en-US" sz="1700"/>
              <a:t>:</a:t>
            </a:r>
          </a:p>
          <a:p>
            <a:pPr lvl="1"/>
            <a:r>
              <a:rPr lang="en-US" sz="1700"/>
              <a:t>Purpose: Data import</a:t>
            </a:r>
          </a:p>
          <a:p>
            <a:pPr lvl="1"/>
            <a:r>
              <a:rPr lang="en-US" sz="1700"/>
              <a:t>Functions: read_csv, write_csv, read_delim, etc. imports data into a tibble by default.</a:t>
            </a:r>
          </a:p>
          <a:p>
            <a:pPr lvl="0"/>
            <a:r>
              <a:rPr lang="en-US" sz="1700" b="1"/>
              <a:t>readxl</a:t>
            </a:r>
            <a:r>
              <a:rPr lang="en-US" sz="1700"/>
              <a:t>:</a:t>
            </a:r>
          </a:p>
          <a:p>
            <a:pPr lvl="1"/>
            <a:r>
              <a:rPr lang="en-US" sz="1700"/>
              <a:t>Purpose: Import excel data</a:t>
            </a:r>
          </a:p>
          <a:p>
            <a:pPr lvl="1"/>
            <a:r>
              <a:rPr lang="en-US" sz="1700"/>
              <a:t>Functions: read_excel imports data into a tibble by default.</a:t>
            </a:r>
          </a:p>
        </p:txBody>
      </p:sp>
      <p:sp>
        <p:nvSpPr>
          <p:cNvPr id="12" name="Oval 11">
            <a:extLst>
              <a:ext uri="{FF2B5EF4-FFF2-40B4-BE49-F238E27FC236}">
                <a16:creationId xmlns:a16="http://schemas.microsoft.com/office/drawing/2014/main" id="{C3C0D90E-074A-4F52-9B11-B52BEF4BCB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15982" y="1968359"/>
            <a:ext cx="609320" cy="609320"/>
          </a:xfrm>
          <a:prstGeom prst="ellipse">
            <a:avLst/>
          </a:prstGeom>
          <a:noFill/>
          <a:ln w="1270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Block Arc 13">
            <a:extLst>
              <a:ext uri="{FF2B5EF4-FFF2-40B4-BE49-F238E27FC236}">
                <a16:creationId xmlns:a16="http://schemas.microsoft.com/office/drawing/2014/main" id="{CABBD4C1-E6F8-46F6-8152-A8A97490BF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6684313" y="913898"/>
            <a:ext cx="1790700" cy="1790700"/>
          </a:xfrm>
          <a:prstGeom prst="blockArc">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6" name="Freeform: Shape 15">
            <a:extLst>
              <a:ext uri="{FF2B5EF4-FFF2-40B4-BE49-F238E27FC236}">
                <a16:creationId xmlns:a16="http://schemas.microsoft.com/office/drawing/2014/main" id="{83BA5EF5-1FE9-4BF9-83BB-269BCDDF61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15982" y="0"/>
            <a:ext cx="1736438" cy="1163244"/>
          </a:xfrm>
          <a:custGeom>
            <a:avLst/>
            <a:gdLst>
              <a:gd name="connsiteX0" fmla="*/ 0 w 2315251"/>
              <a:gd name="connsiteY0" fmla="*/ 0 h 1550992"/>
              <a:gd name="connsiteX1" fmla="*/ 138700 w 2315251"/>
              <a:gd name="connsiteY1" fmla="*/ 0 h 1550992"/>
              <a:gd name="connsiteX2" fmla="*/ 138700 w 2315251"/>
              <a:gd name="connsiteY2" fmla="*/ 1361400 h 1550992"/>
              <a:gd name="connsiteX3" fmla="*/ 2107387 w 2315251"/>
              <a:gd name="connsiteY3" fmla="*/ 222673 h 1550992"/>
              <a:gd name="connsiteX4" fmla="*/ 1722420 w 2315251"/>
              <a:gd name="connsiteY4" fmla="*/ 0 h 1550992"/>
              <a:gd name="connsiteX5" fmla="*/ 1999436 w 2315251"/>
              <a:gd name="connsiteY5" fmla="*/ 0 h 1550992"/>
              <a:gd name="connsiteX6" fmla="*/ 2280549 w 2315251"/>
              <a:gd name="connsiteY6" fmla="*/ 162605 h 1550992"/>
              <a:gd name="connsiteX7" fmla="*/ 2305953 w 2315251"/>
              <a:gd name="connsiteY7" fmla="*/ 257336 h 1550992"/>
              <a:gd name="connsiteX8" fmla="*/ 2280549 w 2315251"/>
              <a:gd name="connsiteY8" fmla="*/ 282740 h 1550992"/>
              <a:gd name="connsiteX9" fmla="*/ 104026 w 2315251"/>
              <a:gd name="connsiteY9" fmla="*/ 1541710 h 1550992"/>
              <a:gd name="connsiteX10" fmla="*/ 69351 w 2315251"/>
              <a:gd name="connsiteY10" fmla="*/ 1550992 h 1550992"/>
              <a:gd name="connsiteX11" fmla="*/ 0 w 2315251"/>
              <a:gd name="connsiteY11" fmla="*/ 1481643 h 1550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15251" h="1550992">
                <a:moveTo>
                  <a:pt x="0" y="0"/>
                </a:moveTo>
                <a:lnTo>
                  <a:pt x="138700" y="0"/>
                </a:lnTo>
                <a:lnTo>
                  <a:pt x="138700" y="1361400"/>
                </a:lnTo>
                <a:lnTo>
                  <a:pt x="2107387" y="222673"/>
                </a:lnTo>
                <a:lnTo>
                  <a:pt x="1722420" y="0"/>
                </a:lnTo>
                <a:lnTo>
                  <a:pt x="1999436" y="0"/>
                </a:lnTo>
                <a:lnTo>
                  <a:pt x="2280549" y="162605"/>
                </a:lnTo>
                <a:cubicBezTo>
                  <a:pt x="2313720" y="181745"/>
                  <a:pt x="2325104" y="224155"/>
                  <a:pt x="2305953" y="257336"/>
                </a:cubicBezTo>
                <a:cubicBezTo>
                  <a:pt x="2299872" y="267889"/>
                  <a:pt x="2291101" y="276648"/>
                  <a:pt x="2280549" y="282740"/>
                </a:cubicBezTo>
                <a:lnTo>
                  <a:pt x="104026" y="1541710"/>
                </a:lnTo>
                <a:cubicBezTo>
                  <a:pt x="93484" y="1547802"/>
                  <a:pt x="81523" y="1551003"/>
                  <a:pt x="69351" y="1550992"/>
                </a:cubicBezTo>
                <a:cubicBezTo>
                  <a:pt x="31049" y="1550992"/>
                  <a:pt x="0" y="1519944"/>
                  <a:pt x="0" y="1481643"/>
                </a:cubicBezTo>
                <a:close/>
              </a:path>
            </a:pathLst>
          </a:custGeom>
          <a:solidFill>
            <a:schemeClr val="accent6"/>
          </a:solidFill>
          <a:ln w="9525" cap="flat">
            <a:noFill/>
            <a:prstDash val="solid"/>
            <a:miter/>
          </a:ln>
        </p:spPr>
        <p:txBody>
          <a:bodyPr rtlCol="0" anchor="ctr"/>
          <a:lstStyle/>
          <a:p>
            <a:endParaRPr lang="en-US" dirty="0"/>
          </a:p>
        </p:txBody>
      </p:sp>
      <p:cxnSp>
        <p:nvCxnSpPr>
          <p:cNvPr id="18" name="Straight Connector 17">
            <a:extLst>
              <a:ext uri="{FF2B5EF4-FFF2-40B4-BE49-F238E27FC236}">
                <a16:creationId xmlns:a16="http://schemas.microsoft.com/office/drawing/2014/main" id="{4B3BCACB-5880-460B-9606-8C433A9AF99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793478" y="998679"/>
            <a:ext cx="0" cy="1198281"/>
          </a:xfrm>
          <a:prstGeom prst="line">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20" name="Freeform: Shape 19">
            <a:extLst>
              <a:ext uri="{FF2B5EF4-FFF2-40B4-BE49-F238E27FC236}">
                <a16:creationId xmlns:a16="http://schemas.microsoft.com/office/drawing/2014/main" id="{88853921-7BC9-4BDE-ACAB-133C683C8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54162" y="3084060"/>
            <a:ext cx="889838" cy="1328738"/>
          </a:xfrm>
          <a:custGeom>
            <a:avLst/>
            <a:gdLst>
              <a:gd name="connsiteX0" fmla="*/ 61913 w 1186451"/>
              <a:gd name="connsiteY0" fmla="*/ 0 h 1771650"/>
              <a:gd name="connsiteX1" fmla="*/ 1186451 w 1186451"/>
              <a:gd name="connsiteY1" fmla="*/ 0 h 1771650"/>
              <a:gd name="connsiteX2" fmla="*/ 1186451 w 1186451"/>
              <a:gd name="connsiteY2" fmla="*/ 123825 h 1771650"/>
              <a:gd name="connsiteX3" fmla="*/ 123825 w 1186451"/>
              <a:gd name="connsiteY3" fmla="*/ 123825 h 1771650"/>
              <a:gd name="connsiteX4" fmla="*/ 123825 w 1186451"/>
              <a:gd name="connsiteY4" fmla="*/ 1647825 h 1771650"/>
              <a:gd name="connsiteX5" fmla="*/ 1186451 w 1186451"/>
              <a:gd name="connsiteY5" fmla="*/ 1647825 h 1771650"/>
              <a:gd name="connsiteX6" fmla="*/ 1186451 w 1186451"/>
              <a:gd name="connsiteY6" fmla="*/ 1771650 h 1771650"/>
              <a:gd name="connsiteX7" fmla="*/ 61913 w 1186451"/>
              <a:gd name="connsiteY7" fmla="*/ 1771650 h 1771650"/>
              <a:gd name="connsiteX8" fmla="*/ 0 w 1186451"/>
              <a:gd name="connsiteY8" fmla="*/ 1709738 h 1771650"/>
              <a:gd name="connsiteX9" fmla="*/ 0 w 1186451"/>
              <a:gd name="connsiteY9" fmla="*/ 61913 h 1771650"/>
              <a:gd name="connsiteX10" fmla="*/ 61913 w 1186451"/>
              <a:gd name="connsiteY10" fmla="*/ 0 h 1771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6451" h="1771650">
                <a:moveTo>
                  <a:pt x="61913" y="0"/>
                </a:moveTo>
                <a:lnTo>
                  <a:pt x="1186451" y="0"/>
                </a:lnTo>
                <a:lnTo>
                  <a:pt x="1186451" y="123825"/>
                </a:lnTo>
                <a:lnTo>
                  <a:pt x="123825" y="123825"/>
                </a:lnTo>
                <a:lnTo>
                  <a:pt x="123825" y="1647825"/>
                </a:lnTo>
                <a:lnTo>
                  <a:pt x="1186451" y="1647825"/>
                </a:lnTo>
                <a:lnTo>
                  <a:pt x="1186451" y="1771650"/>
                </a:lnTo>
                <a:lnTo>
                  <a:pt x="61913" y="1771650"/>
                </a:lnTo>
                <a:cubicBezTo>
                  <a:pt x="27719" y="1771650"/>
                  <a:pt x="0" y="1743932"/>
                  <a:pt x="0" y="1709738"/>
                </a:cubicBez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
        <p:nvSpPr>
          <p:cNvPr id="22" name="Arc 21">
            <a:extLst>
              <a:ext uri="{FF2B5EF4-FFF2-40B4-BE49-F238E27FC236}">
                <a16:creationId xmlns:a16="http://schemas.microsoft.com/office/drawing/2014/main" id="{09192968-3AE7-4470-A61C-97294BB927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992895">
            <a:off x="4565205" y="3108841"/>
            <a:ext cx="3062574" cy="3062575"/>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4" name="Freeform: Shape 23">
            <a:extLst>
              <a:ext uri="{FF2B5EF4-FFF2-40B4-BE49-F238E27FC236}">
                <a16:creationId xmlns:a16="http://schemas.microsoft.com/office/drawing/2014/main" id="{3AB72E55-43E4-4356-BFE8-E2102CB0B5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15982" y="3722002"/>
            <a:ext cx="1982514" cy="1421498"/>
          </a:xfrm>
          <a:custGeom>
            <a:avLst/>
            <a:gdLst>
              <a:gd name="connsiteX0" fmla="*/ 1321676 w 2643352"/>
              <a:gd name="connsiteY0" fmla="*/ 0 h 1895331"/>
              <a:gd name="connsiteX1" fmla="*/ 2643352 w 2643352"/>
              <a:gd name="connsiteY1" fmla="*/ 1321676 h 1895331"/>
              <a:gd name="connsiteX2" fmla="*/ 2539488 w 2643352"/>
              <a:gd name="connsiteY2" fmla="*/ 1836132 h 1895331"/>
              <a:gd name="connsiteX3" fmla="*/ 2510970 w 2643352"/>
              <a:gd name="connsiteY3" fmla="*/ 1895331 h 1895331"/>
              <a:gd name="connsiteX4" fmla="*/ 132382 w 2643352"/>
              <a:gd name="connsiteY4" fmla="*/ 1895331 h 1895331"/>
              <a:gd name="connsiteX5" fmla="*/ 103864 w 2643352"/>
              <a:gd name="connsiteY5" fmla="*/ 1836132 h 1895331"/>
              <a:gd name="connsiteX6" fmla="*/ 0 w 2643352"/>
              <a:gd name="connsiteY6" fmla="*/ 1321676 h 1895331"/>
              <a:gd name="connsiteX7" fmla="*/ 1321676 w 2643352"/>
              <a:gd name="connsiteY7" fmla="*/ 0 h 189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43352" h="1895331">
                <a:moveTo>
                  <a:pt x="1321676" y="0"/>
                </a:moveTo>
                <a:cubicBezTo>
                  <a:pt x="2051617" y="0"/>
                  <a:pt x="2643352" y="591735"/>
                  <a:pt x="2643352" y="1321676"/>
                </a:cubicBezTo>
                <a:cubicBezTo>
                  <a:pt x="2643352" y="1504161"/>
                  <a:pt x="2606369" y="1678009"/>
                  <a:pt x="2539488" y="1836132"/>
                </a:cubicBezTo>
                <a:lnTo>
                  <a:pt x="2510970" y="1895331"/>
                </a:lnTo>
                <a:lnTo>
                  <a:pt x="132382" y="1895331"/>
                </a:lnTo>
                <a:lnTo>
                  <a:pt x="103864" y="1836132"/>
                </a:lnTo>
                <a:cubicBezTo>
                  <a:pt x="36984" y="1678009"/>
                  <a:pt x="0" y="1504161"/>
                  <a:pt x="0" y="1321676"/>
                </a:cubicBezTo>
                <a:cubicBezTo>
                  <a:pt x="0" y="591735"/>
                  <a:pt x="591735" y="0"/>
                  <a:pt x="1321676"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35DB3719-6FDC-4E5D-891D-FF40B7300F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8650" y="273843"/>
            <a:ext cx="7886700" cy="994173"/>
          </a:xfrm>
        </p:spPr>
        <p:txBody>
          <a:bodyPr>
            <a:normAutofit/>
          </a:bodyPr>
          <a:lstStyle/>
          <a:p>
            <a:pPr marL="0" lvl="0" indent="0">
              <a:buNone/>
            </a:pPr>
            <a:r>
              <a:rPr lang="en-US" sz="4100"/>
              <a:t>Load Data Set</a:t>
            </a:r>
          </a:p>
        </p:txBody>
      </p:sp>
      <p:sp>
        <p:nvSpPr>
          <p:cNvPr id="22" name="sketch line">
            <a:extLst>
              <a:ext uri="{FF2B5EF4-FFF2-40B4-BE49-F238E27FC236}">
                <a16:creationId xmlns:a16="http://schemas.microsoft.com/office/drawing/2014/main" id="{E0CBAC23-2E3F-4A90-BA59-F8299F6A54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28650" y="1398984"/>
            <a:ext cx="7818120" cy="13716"/>
          </a:xfrm>
          <a:custGeom>
            <a:avLst/>
            <a:gdLst>
              <a:gd name="csX0" fmla="*/ 0 w 7818120"/>
              <a:gd name="csY0" fmla="*/ 0 h 13716"/>
              <a:gd name="csX1" fmla="*/ 416966 w 7818120"/>
              <a:gd name="csY1" fmla="*/ 0 h 13716"/>
              <a:gd name="csX2" fmla="*/ 1146658 w 7818120"/>
              <a:gd name="csY2" fmla="*/ 0 h 13716"/>
              <a:gd name="csX3" fmla="*/ 1563624 w 7818120"/>
              <a:gd name="csY3" fmla="*/ 0 h 13716"/>
              <a:gd name="csX4" fmla="*/ 2136953 w 7818120"/>
              <a:gd name="csY4" fmla="*/ 0 h 13716"/>
              <a:gd name="csX5" fmla="*/ 2944825 w 7818120"/>
              <a:gd name="csY5" fmla="*/ 0 h 13716"/>
              <a:gd name="csX6" fmla="*/ 3596335 w 7818120"/>
              <a:gd name="csY6" fmla="*/ 0 h 13716"/>
              <a:gd name="csX7" fmla="*/ 4326026 w 7818120"/>
              <a:gd name="csY7" fmla="*/ 0 h 13716"/>
              <a:gd name="csX8" fmla="*/ 4899355 w 7818120"/>
              <a:gd name="csY8" fmla="*/ 0 h 13716"/>
              <a:gd name="csX9" fmla="*/ 5550865 w 7818120"/>
              <a:gd name="csY9" fmla="*/ 0 h 13716"/>
              <a:gd name="csX10" fmla="*/ 6358738 w 7818120"/>
              <a:gd name="csY10" fmla="*/ 0 h 13716"/>
              <a:gd name="csX11" fmla="*/ 6853885 w 7818120"/>
              <a:gd name="csY11" fmla="*/ 0 h 13716"/>
              <a:gd name="csX12" fmla="*/ 7818120 w 7818120"/>
              <a:gd name="csY12" fmla="*/ 0 h 13716"/>
              <a:gd name="csX13" fmla="*/ 7818120 w 7818120"/>
              <a:gd name="csY13" fmla="*/ 13716 h 13716"/>
              <a:gd name="csX14" fmla="*/ 7244791 w 7818120"/>
              <a:gd name="csY14" fmla="*/ 13716 h 13716"/>
              <a:gd name="csX15" fmla="*/ 6827825 w 7818120"/>
              <a:gd name="csY15" fmla="*/ 13716 h 13716"/>
              <a:gd name="csX16" fmla="*/ 6176315 w 7818120"/>
              <a:gd name="csY16" fmla="*/ 13716 h 13716"/>
              <a:gd name="csX17" fmla="*/ 5681167 w 7818120"/>
              <a:gd name="csY17" fmla="*/ 13716 h 13716"/>
              <a:gd name="csX18" fmla="*/ 5029657 w 7818120"/>
              <a:gd name="csY18" fmla="*/ 13716 h 13716"/>
              <a:gd name="csX19" fmla="*/ 4378147 w 7818120"/>
              <a:gd name="csY19" fmla="*/ 13716 h 13716"/>
              <a:gd name="csX20" fmla="*/ 3726637 w 7818120"/>
              <a:gd name="csY20" fmla="*/ 13716 h 13716"/>
              <a:gd name="csX21" fmla="*/ 3075127 w 7818120"/>
              <a:gd name="csY21" fmla="*/ 13716 h 13716"/>
              <a:gd name="csX22" fmla="*/ 2501798 w 7818120"/>
              <a:gd name="csY22" fmla="*/ 13716 h 13716"/>
              <a:gd name="csX23" fmla="*/ 1772107 w 7818120"/>
              <a:gd name="csY23" fmla="*/ 13716 h 13716"/>
              <a:gd name="csX24" fmla="*/ 1120597 w 7818120"/>
              <a:gd name="csY24" fmla="*/ 13716 h 13716"/>
              <a:gd name="csX25" fmla="*/ 0 w 7818120"/>
              <a:gd name="csY25" fmla="*/ 13716 h 13716"/>
              <a:gd name="csX26" fmla="*/ 0 w 7818120"/>
              <a:gd name="csY26"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7818120" h="13716" fill="none" extrusionOk="0">
                <a:moveTo>
                  <a:pt x="0" y="0"/>
                </a:moveTo>
                <a:cubicBezTo>
                  <a:pt x="121520" y="-12182"/>
                  <a:pt x="211324" y="18247"/>
                  <a:pt x="416966" y="0"/>
                </a:cubicBezTo>
                <a:cubicBezTo>
                  <a:pt x="622608" y="-18247"/>
                  <a:pt x="891241" y="-13744"/>
                  <a:pt x="1146658" y="0"/>
                </a:cubicBezTo>
                <a:cubicBezTo>
                  <a:pt x="1402075" y="13744"/>
                  <a:pt x="1378880" y="-8543"/>
                  <a:pt x="1563624" y="0"/>
                </a:cubicBezTo>
                <a:cubicBezTo>
                  <a:pt x="1748368" y="8543"/>
                  <a:pt x="1972300" y="7443"/>
                  <a:pt x="2136953" y="0"/>
                </a:cubicBezTo>
                <a:cubicBezTo>
                  <a:pt x="2301606" y="-7443"/>
                  <a:pt x="2679634" y="12382"/>
                  <a:pt x="2944825" y="0"/>
                </a:cubicBezTo>
                <a:cubicBezTo>
                  <a:pt x="3210016" y="-12382"/>
                  <a:pt x="3409232" y="17967"/>
                  <a:pt x="3596335" y="0"/>
                </a:cubicBezTo>
                <a:cubicBezTo>
                  <a:pt x="3783438" y="-17967"/>
                  <a:pt x="4002523" y="-28578"/>
                  <a:pt x="4326026" y="0"/>
                </a:cubicBezTo>
                <a:cubicBezTo>
                  <a:pt x="4649529" y="28578"/>
                  <a:pt x="4777384" y="-3624"/>
                  <a:pt x="4899355" y="0"/>
                </a:cubicBezTo>
                <a:cubicBezTo>
                  <a:pt x="5021326" y="3624"/>
                  <a:pt x="5317653" y="1281"/>
                  <a:pt x="5550865" y="0"/>
                </a:cubicBezTo>
                <a:cubicBezTo>
                  <a:pt x="5784077" y="-1281"/>
                  <a:pt x="6142956" y="-39637"/>
                  <a:pt x="6358738" y="0"/>
                </a:cubicBezTo>
                <a:cubicBezTo>
                  <a:pt x="6574520" y="39637"/>
                  <a:pt x="6724785" y="-4460"/>
                  <a:pt x="6853885" y="0"/>
                </a:cubicBezTo>
                <a:cubicBezTo>
                  <a:pt x="6982985" y="4460"/>
                  <a:pt x="7403044" y="-1955"/>
                  <a:pt x="7818120" y="0"/>
                </a:cubicBezTo>
                <a:cubicBezTo>
                  <a:pt x="7818217" y="2784"/>
                  <a:pt x="7818136" y="9558"/>
                  <a:pt x="7818120" y="13716"/>
                </a:cubicBezTo>
                <a:cubicBezTo>
                  <a:pt x="7698847" y="-7839"/>
                  <a:pt x="7390924" y="18407"/>
                  <a:pt x="7244791" y="13716"/>
                </a:cubicBezTo>
                <a:cubicBezTo>
                  <a:pt x="7098658" y="9025"/>
                  <a:pt x="6952735" y="24785"/>
                  <a:pt x="6827825" y="13716"/>
                </a:cubicBezTo>
                <a:cubicBezTo>
                  <a:pt x="6702915" y="2647"/>
                  <a:pt x="6338661" y="29958"/>
                  <a:pt x="6176315" y="13716"/>
                </a:cubicBezTo>
                <a:cubicBezTo>
                  <a:pt x="6013969" y="-2526"/>
                  <a:pt x="5850602" y="1790"/>
                  <a:pt x="5681167" y="13716"/>
                </a:cubicBezTo>
                <a:cubicBezTo>
                  <a:pt x="5511732" y="25642"/>
                  <a:pt x="5312143" y="-4154"/>
                  <a:pt x="5029657" y="13716"/>
                </a:cubicBezTo>
                <a:cubicBezTo>
                  <a:pt x="4747171" y="31586"/>
                  <a:pt x="4655062" y="26168"/>
                  <a:pt x="4378147" y="13716"/>
                </a:cubicBezTo>
                <a:cubicBezTo>
                  <a:pt x="4101232" y="1265"/>
                  <a:pt x="4037646" y="40134"/>
                  <a:pt x="3726637" y="13716"/>
                </a:cubicBezTo>
                <a:cubicBezTo>
                  <a:pt x="3415628" y="-12702"/>
                  <a:pt x="3321756" y="40935"/>
                  <a:pt x="3075127" y="13716"/>
                </a:cubicBezTo>
                <a:cubicBezTo>
                  <a:pt x="2828498" y="-13503"/>
                  <a:pt x="2684733" y="10281"/>
                  <a:pt x="2501798" y="13716"/>
                </a:cubicBezTo>
                <a:cubicBezTo>
                  <a:pt x="2318863" y="17151"/>
                  <a:pt x="2121844" y="-17585"/>
                  <a:pt x="1772107" y="13716"/>
                </a:cubicBezTo>
                <a:cubicBezTo>
                  <a:pt x="1422370" y="45017"/>
                  <a:pt x="1431548" y="27094"/>
                  <a:pt x="1120597" y="13716"/>
                </a:cubicBezTo>
                <a:cubicBezTo>
                  <a:pt x="809646" y="339"/>
                  <a:pt x="246393" y="51668"/>
                  <a:pt x="0" y="13716"/>
                </a:cubicBezTo>
                <a:cubicBezTo>
                  <a:pt x="-100" y="9589"/>
                  <a:pt x="468" y="2983"/>
                  <a:pt x="0" y="0"/>
                </a:cubicBezTo>
                <a:close/>
              </a:path>
              <a:path w="7818120" h="13716" stroke="0" extrusionOk="0">
                <a:moveTo>
                  <a:pt x="0" y="0"/>
                </a:moveTo>
                <a:cubicBezTo>
                  <a:pt x="177487" y="-4302"/>
                  <a:pt x="287499" y="4997"/>
                  <a:pt x="573329" y="0"/>
                </a:cubicBezTo>
                <a:cubicBezTo>
                  <a:pt x="859159" y="-4997"/>
                  <a:pt x="821965" y="-336"/>
                  <a:pt x="990295" y="0"/>
                </a:cubicBezTo>
                <a:cubicBezTo>
                  <a:pt x="1158625" y="336"/>
                  <a:pt x="1587918" y="-4681"/>
                  <a:pt x="1798168" y="0"/>
                </a:cubicBezTo>
                <a:cubicBezTo>
                  <a:pt x="2008418" y="4681"/>
                  <a:pt x="2088841" y="-2754"/>
                  <a:pt x="2371496" y="0"/>
                </a:cubicBezTo>
                <a:cubicBezTo>
                  <a:pt x="2654151" y="2754"/>
                  <a:pt x="2701462" y="-24976"/>
                  <a:pt x="2944825" y="0"/>
                </a:cubicBezTo>
                <a:cubicBezTo>
                  <a:pt x="3188188" y="24976"/>
                  <a:pt x="3511636" y="25407"/>
                  <a:pt x="3752698" y="0"/>
                </a:cubicBezTo>
                <a:cubicBezTo>
                  <a:pt x="3993760" y="-25407"/>
                  <a:pt x="4107153" y="6432"/>
                  <a:pt x="4247845" y="0"/>
                </a:cubicBezTo>
                <a:cubicBezTo>
                  <a:pt x="4388537" y="-6432"/>
                  <a:pt x="4835598" y="-5108"/>
                  <a:pt x="5055718" y="0"/>
                </a:cubicBezTo>
                <a:cubicBezTo>
                  <a:pt x="5275838" y="5108"/>
                  <a:pt x="5461006" y="-24536"/>
                  <a:pt x="5863590" y="0"/>
                </a:cubicBezTo>
                <a:cubicBezTo>
                  <a:pt x="6266174" y="24536"/>
                  <a:pt x="6355549" y="-19657"/>
                  <a:pt x="6515100" y="0"/>
                </a:cubicBezTo>
                <a:cubicBezTo>
                  <a:pt x="6674651" y="19657"/>
                  <a:pt x="7275423" y="-57462"/>
                  <a:pt x="7818120" y="0"/>
                </a:cubicBezTo>
                <a:cubicBezTo>
                  <a:pt x="7817446" y="5682"/>
                  <a:pt x="7817517" y="9439"/>
                  <a:pt x="7818120" y="13716"/>
                </a:cubicBezTo>
                <a:cubicBezTo>
                  <a:pt x="7610240" y="34"/>
                  <a:pt x="7521789" y="3149"/>
                  <a:pt x="7401154" y="13716"/>
                </a:cubicBezTo>
                <a:cubicBezTo>
                  <a:pt x="7280519" y="24283"/>
                  <a:pt x="6930719" y="-347"/>
                  <a:pt x="6593281" y="13716"/>
                </a:cubicBezTo>
                <a:cubicBezTo>
                  <a:pt x="6255843" y="27779"/>
                  <a:pt x="6286682" y="-3410"/>
                  <a:pt x="6098134" y="13716"/>
                </a:cubicBezTo>
                <a:cubicBezTo>
                  <a:pt x="5909586" y="30842"/>
                  <a:pt x="5602789" y="44024"/>
                  <a:pt x="5446624" y="13716"/>
                </a:cubicBezTo>
                <a:cubicBezTo>
                  <a:pt x="5290459" y="-16592"/>
                  <a:pt x="4917039" y="17388"/>
                  <a:pt x="4638751" y="13716"/>
                </a:cubicBezTo>
                <a:cubicBezTo>
                  <a:pt x="4360463" y="10044"/>
                  <a:pt x="4304690" y="878"/>
                  <a:pt x="3987241" y="13716"/>
                </a:cubicBezTo>
                <a:cubicBezTo>
                  <a:pt x="3669792" y="26555"/>
                  <a:pt x="3758742" y="27979"/>
                  <a:pt x="3570275" y="13716"/>
                </a:cubicBezTo>
                <a:cubicBezTo>
                  <a:pt x="3381808" y="-547"/>
                  <a:pt x="3267153" y="31628"/>
                  <a:pt x="3075127" y="13716"/>
                </a:cubicBezTo>
                <a:cubicBezTo>
                  <a:pt x="2883101" y="-4196"/>
                  <a:pt x="2665825" y="6401"/>
                  <a:pt x="2267255" y="13716"/>
                </a:cubicBezTo>
                <a:cubicBezTo>
                  <a:pt x="1868685" y="21031"/>
                  <a:pt x="1884698" y="23838"/>
                  <a:pt x="1615745" y="13716"/>
                </a:cubicBezTo>
                <a:cubicBezTo>
                  <a:pt x="1346792" y="3595"/>
                  <a:pt x="1320952" y="5858"/>
                  <a:pt x="1120597" y="13716"/>
                </a:cubicBezTo>
                <a:cubicBezTo>
                  <a:pt x="920242" y="21574"/>
                  <a:pt x="556507" y="46218"/>
                  <a:pt x="0" y="13716"/>
                </a:cubicBezTo>
                <a:cubicBezTo>
                  <a:pt x="303" y="7982"/>
                  <a:pt x="182" y="5202"/>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5" name="Content Placeholder 2">
            <a:extLst>
              <a:ext uri="{FF2B5EF4-FFF2-40B4-BE49-F238E27FC236}">
                <a16:creationId xmlns:a16="http://schemas.microsoft.com/office/drawing/2014/main" id="{66E82D8C-F3DA-81FC-FCEE-3CF75AEBCC81}"/>
              </a:ext>
            </a:extLst>
          </p:cNvPr>
          <p:cNvGraphicFramePr>
            <a:graphicFrameLocks noGrp="1"/>
          </p:cNvGraphicFramePr>
          <p:nvPr>
            <p:ph idx="1"/>
            <p:extLst>
              <p:ext uri="{D42A27DB-BD31-4B8C-83A1-F6EECF244321}">
                <p14:modId xmlns:p14="http://schemas.microsoft.com/office/powerpoint/2010/main" val="1586695274"/>
              </p:ext>
            </p:extLst>
          </p:nvPr>
        </p:nvGraphicFramePr>
        <p:xfrm>
          <a:off x="628650" y="1671065"/>
          <a:ext cx="7886700" cy="29616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8650" y="273843"/>
            <a:ext cx="7886700" cy="994173"/>
          </a:xfrm>
        </p:spPr>
        <p:txBody>
          <a:bodyPr>
            <a:normAutofit/>
          </a:bodyPr>
          <a:lstStyle/>
          <a:p>
            <a:pPr marL="0" lvl="0" indent="0">
              <a:buNone/>
            </a:pPr>
            <a:r>
              <a:rPr lang="en-US" sz="4100"/>
              <a:t>View Data in Spreadsheet Format</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1777" y="1258029"/>
            <a:ext cx="8140446" cy="13716"/>
          </a:xfrm>
          <a:custGeom>
            <a:avLst/>
            <a:gdLst>
              <a:gd name="csX0" fmla="*/ 0 w 8140446"/>
              <a:gd name="csY0" fmla="*/ 0 h 13716"/>
              <a:gd name="csX1" fmla="*/ 434157 w 8140446"/>
              <a:gd name="csY1" fmla="*/ 0 h 13716"/>
              <a:gd name="csX2" fmla="*/ 1193932 w 8140446"/>
              <a:gd name="csY2" fmla="*/ 0 h 13716"/>
              <a:gd name="csX3" fmla="*/ 1628089 w 8140446"/>
              <a:gd name="csY3" fmla="*/ 0 h 13716"/>
              <a:gd name="csX4" fmla="*/ 2225055 w 8140446"/>
              <a:gd name="csY4" fmla="*/ 0 h 13716"/>
              <a:gd name="csX5" fmla="*/ 3066235 w 8140446"/>
              <a:gd name="csY5" fmla="*/ 0 h 13716"/>
              <a:gd name="csX6" fmla="*/ 3744605 w 8140446"/>
              <a:gd name="csY6" fmla="*/ 0 h 13716"/>
              <a:gd name="csX7" fmla="*/ 4504380 w 8140446"/>
              <a:gd name="csY7" fmla="*/ 0 h 13716"/>
              <a:gd name="csX8" fmla="*/ 5101346 w 8140446"/>
              <a:gd name="csY8" fmla="*/ 0 h 13716"/>
              <a:gd name="csX9" fmla="*/ 5779717 w 8140446"/>
              <a:gd name="csY9" fmla="*/ 0 h 13716"/>
              <a:gd name="csX10" fmla="*/ 6620896 w 8140446"/>
              <a:gd name="csY10" fmla="*/ 0 h 13716"/>
              <a:gd name="csX11" fmla="*/ 7136458 w 8140446"/>
              <a:gd name="csY11" fmla="*/ 0 h 13716"/>
              <a:gd name="csX12" fmla="*/ 8140446 w 8140446"/>
              <a:gd name="csY12" fmla="*/ 0 h 13716"/>
              <a:gd name="csX13" fmla="*/ 8140446 w 8140446"/>
              <a:gd name="csY13" fmla="*/ 13716 h 13716"/>
              <a:gd name="csX14" fmla="*/ 7543480 w 8140446"/>
              <a:gd name="csY14" fmla="*/ 13716 h 13716"/>
              <a:gd name="csX15" fmla="*/ 7109323 w 8140446"/>
              <a:gd name="csY15" fmla="*/ 13716 h 13716"/>
              <a:gd name="csX16" fmla="*/ 6430952 w 8140446"/>
              <a:gd name="csY16" fmla="*/ 13716 h 13716"/>
              <a:gd name="csX17" fmla="*/ 5915391 w 8140446"/>
              <a:gd name="csY17" fmla="*/ 13716 h 13716"/>
              <a:gd name="csX18" fmla="*/ 5237020 w 8140446"/>
              <a:gd name="csY18" fmla="*/ 13716 h 13716"/>
              <a:gd name="csX19" fmla="*/ 4558650 w 8140446"/>
              <a:gd name="csY19" fmla="*/ 13716 h 13716"/>
              <a:gd name="csX20" fmla="*/ 3880279 w 8140446"/>
              <a:gd name="csY20" fmla="*/ 13716 h 13716"/>
              <a:gd name="csX21" fmla="*/ 3201909 w 8140446"/>
              <a:gd name="csY21" fmla="*/ 13716 h 13716"/>
              <a:gd name="csX22" fmla="*/ 2604943 w 8140446"/>
              <a:gd name="csY22" fmla="*/ 13716 h 13716"/>
              <a:gd name="csX23" fmla="*/ 1845168 w 8140446"/>
              <a:gd name="csY23" fmla="*/ 13716 h 13716"/>
              <a:gd name="csX24" fmla="*/ 1166797 w 8140446"/>
              <a:gd name="csY24" fmla="*/ 13716 h 13716"/>
              <a:gd name="csX25" fmla="*/ 0 w 8140446"/>
              <a:gd name="csY25" fmla="*/ 13716 h 13716"/>
              <a:gd name="csX26" fmla="*/ 0 w 8140446"/>
              <a:gd name="csY26"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8140446" h="13716" fill="none" extrusionOk="0">
                <a:moveTo>
                  <a:pt x="0" y="0"/>
                </a:moveTo>
                <a:cubicBezTo>
                  <a:pt x="94920" y="9103"/>
                  <a:pt x="287892" y="-4966"/>
                  <a:pt x="434157" y="0"/>
                </a:cubicBezTo>
                <a:cubicBezTo>
                  <a:pt x="580422" y="4966"/>
                  <a:pt x="943595" y="-14182"/>
                  <a:pt x="1193932" y="0"/>
                </a:cubicBezTo>
                <a:cubicBezTo>
                  <a:pt x="1444270" y="14182"/>
                  <a:pt x="1472129" y="5523"/>
                  <a:pt x="1628089" y="0"/>
                </a:cubicBezTo>
                <a:cubicBezTo>
                  <a:pt x="1784049" y="-5523"/>
                  <a:pt x="1962419" y="-17322"/>
                  <a:pt x="2225055" y="0"/>
                </a:cubicBezTo>
                <a:cubicBezTo>
                  <a:pt x="2487691" y="17322"/>
                  <a:pt x="2700681" y="1311"/>
                  <a:pt x="3066235" y="0"/>
                </a:cubicBezTo>
                <a:cubicBezTo>
                  <a:pt x="3431789" y="-1311"/>
                  <a:pt x="3405662" y="25081"/>
                  <a:pt x="3744605" y="0"/>
                </a:cubicBezTo>
                <a:cubicBezTo>
                  <a:pt x="4083548" y="-25081"/>
                  <a:pt x="4265111" y="-11945"/>
                  <a:pt x="4504380" y="0"/>
                </a:cubicBezTo>
                <a:cubicBezTo>
                  <a:pt x="4743649" y="11945"/>
                  <a:pt x="4860394" y="-2832"/>
                  <a:pt x="5101346" y="0"/>
                </a:cubicBezTo>
                <a:cubicBezTo>
                  <a:pt x="5342298" y="2832"/>
                  <a:pt x="5456387" y="23676"/>
                  <a:pt x="5779717" y="0"/>
                </a:cubicBezTo>
                <a:cubicBezTo>
                  <a:pt x="6103047" y="-23676"/>
                  <a:pt x="6270379" y="-37291"/>
                  <a:pt x="6620896" y="0"/>
                </a:cubicBezTo>
                <a:cubicBezTo>
                  <a:pt x="6971413" y="37291"/>
                  <a:pt x="6989068" y="24674"/>
                  <a:pt x="7136458" y="0"/>
                </a:cubicBezTo>
                <a:cubicBezTo>
                  <a:pt x="7283848" y="-24674"/>
                  <a:pt x="7752532" y="-22436"/>
                  <a:pt x="8140446" y="0"/>
                </a:cubicBezTo>
                <a:cubicBezTo>
                  <a:pt x="8140543" y="2784"/>
                  <a:pt x="8140462" y="9558"/>
                  <a:pt x="8140446" y="13716"/>
                </a:cubicBezTo>
                <a:cubicBezTo>
                  <a:pt x="7906329" y="-7615"/>
                  <a:pt x="7681180" y="22893"/>
                  <a:pt x="7543480" y="13716"/>
                </a:cubicBezTo>
                <a:cubicBezTo>
                  <a:pt x="7405780" y="4539"/>
                  <a:pt x="7216607" y="-912"/>
                  <a:pt x="7109323" y="13716"/>
                </a:cubicBezTo>
                <a:cubicBezTo>
                  <a:pt x="7002039" y="28344"/>
                  <a:pt x="6576231" y="38120"/>
                  <a:pt x="6430952" y="13716"/>
                </a:cubicBezTo>
                <a:cubicBezTo>
                  <a:pt x="6285673" y="-10688"/>
                  <a:pt x="6138840" y="29949"/>
                  <a:pt x="5915391" y="13716"/>
                </a:cubicBezTo>
                <a:cubicBezTo>
                  <a:pt x="5691942" y="-2517"/>
                  <a:pt x="5459460" y="47094"/>
                  <a:pt x="5237020" y="13716"/>
                </a:cubicBezTo>
                <a:cubicBezTo>
                  <a:pt x="5014580" y="-19662"/>
                  <a:pt x="4747677" y="35877"/>
                  <a:pt x="4558650" y="13716"/>
                </a:cubicBezTo>
                <a:cubicBezTo>
                  <a:pt x="4369623" y="-8445"/>
                  <a:pt x="4146061" y="7996"/>
                  <a:pt x="3880279" y="13716"/>
                </a:cubicBezTo>
                <a:cubicBezTo>
                  <a:pt x="3614497" y="19436"/>
                  <a:pt x="3473808" y="-17480"/>
                  <a:pt x="3201909" y="13716"/>
                </a:cubicBezTo>
                <a:cubicBezTo>
                  <a:pt x="2930010" y="44912"/>
                  <a:pt x="2728175" y="-8002"/>
                  <a:pt x="2604943" y="13716"/>
                </a:cubicBezTo>
                <a:cubicBezTo>
                  <a:pt x="2481711" y="35434"/>
                  <a:pt x="2004334" y="22380"/>
                  <a:pt x="1845168" y="13716"/>
                </a:cubicBezTo>
                <a:cubicBezTo>
                  <a:pt x="1686003" y="5052"/>
                  <a:pt x="1375070" y="33008"/>
                  <a:pt x="1166797" y="13716"/>
                </a:cubicBezTo>
                <a:cubicBezTo>
                  <a:pt x="958524" y="-5576"/>
                  <a:pt x="342846" y="4308"/>
                  <a:pt x="0" y="13716"/>
                </a:cubicBezTo>
                <a:cubicBezTo>
                  <a:pt x="-100" y="9589"/>
                  <a:pt x="468" y="2983"/>
                  <a:pt x="0" y="0"/>
                </a:cubicBezTo>
                <a:close/>
              </a:path>
              <a:path w="8140446" h="13716" stroke="0" extrusionOk="0">
                <a:moveTo>
                  <a:pt x="0" y="0"/>
                </a:moveTo>
                <a:cubicBezTo>
                  <a:pt x="142435" y="-24533"/>
                  <a:pt x="380026" y="17447"/>
                  <a:pt x="596966" y="0"/>
                </a:cubicBezTo>
                <a:cubicBezTo>
                  <a:pt x="813906" y="-17447"/>
                  <a:pt x="830530" y="13462"/>
                  <a:pt x="1031123" y="0"/>
                </a:cubicBezTo>
                <a:cubicBezTo>
                  <a:pt x="1231716" y="-13462"/>
                  <a:pt x="1634038" y="0"/>
                  <a:pt x="1872303" y="0"/>
                </a:cubicBezTo>
                <a:cubicBezTo>
                  <a:pt x="2110568" y="0"/>
                  <a:pt x="2261934" y="-25727"/>
                  <a:pt x="2469269" y="0"/>
                </a:cubicBezTo>
                <a:cubicBezTo>
                  <a:pt x="2676604" y="25727"/>
                  <a:pt x="2790440" y="16284"/>
                  <a:pt x="3066235" y="0"/>
                </a:cubicBezTo>
                <a:cubicBezTo>
                  <a:pt x="3342030" y="-16284"/>
                  <a:pt x="3685603" y="41976"/>
                  <a:pt x="3907414" y="0"/>
                </a:cubicBezTo>
                <a:cubicBezTo>
                  <a:pt x="4129225" y="-41976"/>
                  <a:pt x="4177416" y="-7598"/>
                  <a:pt x="4422976" y="0"/>
                </a:cubicBezTo>
                <a:cubicBezTo>
                  <a:pt x="4668536" y="7598"/>
                  <a:pt x="5023499" y="-28058"/>
                  <a:pt x="5264155" y="0"/>
                </a:cubicBezTo>
                <a:cubicBezTo>
                  <a:pt x="5504811" y="28058"/>
                  <a:pt x="5703675" y="13288"/>
                  <a:pt x="6105335" y="0"/>
                </a:cubicBezTo>
                <a:cubicBezTo>
                  <a:pt x="6506995" y="-13288"/>
                  <a:pt x="6455516" y="-5124"/>
                  <a:pt x="6783705" y="0"/>
                </a:cubicBezTo>
                <a:cubicBezTo>
                  <a:pt x="7111894" y="5124"/>
                  <a:pt x="7512856" y="10604"/>
                  <a:pt x="8140446" y="0"/>
                </a:cubicBezTo>
                <a:cubicBezTo>
                  <a:pt x="8139772" y="5682"/>
                  <a:pt x="8139843" y="9439"/>
                  <a:pt x="8140446" y="13716"/>
                </a:cubicBezTo>
                <a:cubicBezTo>
                  <a:pt x="7959314" y="-1227"/>
                  <a:pt x="7870113" y="5865"/>
                  <a:pt x="7706289" y="13716"/>
                </a:cubicBezTo>
                <a:cubicBezTo>
                  <a:pt x="7542465" y="21567"/>
                  <a:pt x="7157940" y="12910"/>
                  <a:pt x="6865109" y="13716"/>
                </a:cubicBezTo>
                <a:cubicBezTo>
                  <a:pt x="6572278" y="14522"/>
                  <a:pt x="6524256" y="33479"/>
                  <a:pt x="6349548" y="13716"/>
                </a:cubicBezTo>
                <a:cubicBezTo>
                  <a:pt x="6174840" y="-6047"/>
                  <a:pt x="5951624" y="-4398"/>
                  <a:pt x="5671177" y="13716"/>
                </a:cubicBezTo>
                <a:cubicBezTo>
                  <a:pt x="5390730" y="31830"/>
                  <a:pt x="5222992" y="55486"/>
                  <a:pt x="4829998" y="13716"/>
                </a:cubicBezTo>
                <a:cubicBezTo>
                  <a:pt x="4437004" y="-28054"/>
                  <a:pt x="4344181" y="34515"/>
                  <a:pt x="4151627" y="13716"/>
                </a:cubicBezTo>
                <a:cubicBezTo>
                  <a:pt x="3959073" y="-7083"/>
                  <a:pt x="3886970" y="28303"/>
                  <a:pt x="3717470" y="13716"/>
                </a:cubicBezTo>
                <a:cubicBezTo>
                  <a:pt x="3547970" y="-871"/>
                  <a:pt x="3451521" y="27300"/>
                  <a:pt x="3201909" y="13716"/>
                </a:cubicBezTo>
                <a:cubicBezTo>
                  <a:pt x="2952297" y="132"/>
                  <a:pt x="2543413" y="1457"/>
                  <a:pt x="2360729" y="13716"/>
                </a:cubicBezTo>
                <a:cubicBezTo>
                  <a:pt x="2178045" y="25975"/>
                  <a:pt x="1906056" y="21275"/>
                  <a:pt x="1682359" y="13716"/>
                </a:cubicBezTo>
                <a:cubicBezTo>
                  <a:pt x="1458662" y="6158"/>
                  <a:pt x="1330405" y="3474"/>
                  <a:pt x="1166797" y="13716"/>
                </a:cubicBezTo>
                <a:cubicBezTo>
                  <a:pt x="1003189" y="23958"/>
                  <a:pt x="278098" y="14961"/>
                  <a:pt x="0" y="13716"/>
                </a:cubicBezTo>
                <a:cubicBezTo>
                  <a:pt x="303" y="7982"/>
                  <a:pt x="182" y="5202"/>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628650" y="1447038"/>
            <a:ext cx="7886700" cy="3188970"/>
          </a:xfrm>
        </p:spPr>
        <p:txBody>
          <a:bodyPr>
            <a:normAutofit/>
          </a:bodyPr>
          <a:lstStyle/>
          <a:p>
            <a:pPr lvl="0">
              <a:lnSpc>
                <a:spcPct val="90000"/>
              </a:lnSpc>
            </a:pPr>
            <a:r>
              <a:rPr lang="en-US" sz="1700"/>
              <a:t>Features of the View(tibble_df) :</a:t>
            </a:r>
          </a:p>
          <a:p>
            <a:pPr lvl="1">
              <a:lnSpc>
                <a:spcPct val="90000"/>
              </a:lnSpc>
            </a:pPr>
            <a:r>
              <a:rPr lang="en-US" sz="1700"/>
              <a:t>Column Headings : Each column in the data frame is represented as a header in the viewer.</a:t>
            </a:r>
          </a:p>
          <a:p>
            <a:pPr lvl="1">
              <a:lnSpc>
                <a:spcPct val="90000"/>
              </a:lnSpc>
            </a:pPr>
            <a:r>
              <a:rPr lang="en-US" sz="1700"/>
              <a:t>Data Rows : Each row of data corresponds to an observation and is displayed in a horizontal format.</a:t>
            </a:r>
          </a:p>
          <a:p>
            <a:pPr lvl="1">
              <a:lnSpc>
                <a:spcPct val="90000"/>
              </a:lnSpc>
            </a:pPr>
            <a:r>
              <a:rPr lang="en-US" sz="1700"/>
              <a:t>Scrolling : You can scroll through both the rows and columns if your data frame is larger than the viewing area.</a:t>
            </a:r>
          </a:p>
          <a:p>
            <a:pPr lvl="1">
              <a:lnSpc>
                <a:spcPct val="90000"/>
              </a:lnSpc>
            </a:pPr>
            <a:r>
              <a:rPr lang="en-US" sz="1700"/>
              <a:t>Sorting : You can click on column headers to sort the data in ascending or descending order.</a:t>
            </a:r>
          </a:p>
          <a:p>
            <a:pPr lvl="1">
              <a:lnSpc>
                <a:spcPct val="90000"/>
              </a:lnSpc>
            </a:pPr>
            <a:r>
              <a:rPr lang="en-US" sz="1700"/>
              <a:t>Filtering : Depending on the interface, you might be able to filter data directly through the viewer.</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125454" cy="51435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15125" y="865179"/>
            <a:ext cx="2400300" cy="3345872"/>
          </a:xfrm>
        </p:spPr>
        <p:txBody>
          <a:bodyPr>
            <a:normAutofit/>
          </a:bodyPr>
          <a:lstStyle/>
          <a:p>
            <a:pPr marL="0" lvl="0" indent="0">
              <a:buNone/>
            </a:pPr>
            <a:r>
              <a:rPr lang="en-US">
                <a:solidFill>
                  <a:srgbClr val="FFFFFF"/>
                </a:solidFill>
              </a:rPr>
              <a:t>Missing Data</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5662801" y="1841609"/>
            <a:ext cx="3062575" cy="3062575"/>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p:cNvSpPr>
            <a:spLocks noGrp="1"/>
          </p:cNvSpPr>
          <p:nvPr>
            <p:ph idx="1"/>
          </p:nvPr>
        </p:nvSpPr>
        <p:spPr>
          <a:xfrm>
            <a:off x="3335481" y="443508"/>
            <a:ext cx="5179868" cy="4189214"/>
          </a:xfrm>
        </p:spPr>
        <p:txBody>
          <a:bodyPr anchor="ctr">
            <a:normAutofit/>
          </a:bodyPr>
          <a:lstStyle/>
          <a:p>
            <a:pPr lvl="0"/>
            <a:r>
              <a:t>complete.cases(df)</a:t>
            </a:r>
          </a:p>
          <a:p>
            <a:pPr lvl="0"/>
            <a:r>
              <a:t>is.na()</a:t>
            </a:r>
          </a:p>
          <a:p>
            <a:pPr lvl="0"/>
            <a:r>
              <a:t>replace_na</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 name="Rectangle 51">
            <a:extLst>
              <a:ext uri="{FF2B5EF4-FFF2-40B4-BE49-F238E27FC236}">
                <a16:creationId xmlns:a16="http://schemas.microsoft.com/office/drawing/2014/main" id="{955A2079-FA98-4876-80F0-72364A7D2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3"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8650" y="417891"/>
            <a:ext cx="7886700" cy="850124"/>
          </a:xfrm>
        </p:spPr>
        <p:txBody>
          <a:bodyPr>
            <a:normAutofit/>
          </a:bodyPr>
          <a:lstStyle/>
          <a:p>
            <a:pPr marL="0" lvl="0" indent="0">
              <a:buNone/>
            </a:pPr>
            <a:r>
              <a:rPr lang="en-US" sz="3900"/>
              <a:t>Essential Tidyverse Functions in dplyr</a:t>
            </a:r>
          </a:p>
        </p:txBody>
      </p:sp>
      <p:graphicFrame>
        <p:nvGraphicFramePr>
          <p:cNvPr id="47" name="Content Placeholder 2">
            <a:extLst>
              <a:ext uri="{FF2B5EF4-FFF2-40B4-BE49-F238E27FC236}">
                <a16:creationId xmlns:a16="http://schemas.microsoft.com/office/drawing/2014/main" id="{3361AF66-045F-0131-2EC8-849C34877525}"/>
              </a:ext>
            </a:extLst>
          </p:cNvPr>
          <p:cNvGraphicFramePr>
            <a:graphicFrameLocks noGrp="1"/>
          </p:cNvGraphicFramePr>
          <p:nvPr>
            <p:ph idx="1"/>
            <p:extLst>
              <p:ext uri="{D42A27DB-BD31-4B8C-83A1-F6EECF244321}">
                <p14:modId xmlns:p14="http://schemas.microsoft.com/office/powerpoint/2010/main" val="478715732"/>
              </p:ext>
            </p:extLst>
          </p:nvPr>
        </p:nvGraphicFramePr>
        <p:xfrm>
          <a:off x="628650" y="1371600"/>
          <a:ext cx="78867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6C4028FD-8BAA-4A19-BFDE-594D991B75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3"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8650" y="417746"/>
            <a:ext cx="7886700" cy="850270"/>
          </a:xfrm>
        </p:spPr>
        <p:txBody>
          <a:bodyPr>
            <a:normAutofit/>
          </a:bodyPr>
          <a:lstStyle/>
          <a:p>
            <a:pPr marL="0" lvl="0" indent="0">
              <a:buNone/>
            </a:pPr>
            <a:r>
              <a:rPr lang="en-US" sz="3900"/>
              <a:t>Essential Functions in dplyr</a:t>
            </a:r>
          </a:p>
        </p:txBody>
      </p:sp>
      <p:graphicFrame>
        <p:nvGraphicFramePr>
          <p:cNvPr id="5" name="Content Placeholder 2">
            <a:extLst>
              <a:ext uri="{FF2B5EF4-FFF2-40B4-BE49-F238E27FC236}">
                <a16:creationId xmlns:a16="http://schemas.microsoft.com/office/drawing/2014/main" id="{D6488C6E-0712-38EE-0977-D423CEC330D4}"/>
              </a:ext>
            </a:extLst>
          </p:cNvPr>
          <p:cNvGraphicFramePr>
            <a:graphicFrameLocks noGrp="1"/>
          </p:cNvGraphicFramePr>
          <p:nvPr>
            <p:ph idx="1"/>
            <p:extLst>
              <p:ext uri="{D42A27DB-BD31-4B8C-83A1-F6EECF244321}">
                <p14:modId xmlns:p14="http://schemas.microsoft.com/office/powerpoint/2010/main" val="4102905987"/>
              </p:ext>
            </p:extLst>
          </p:nvPr>
        </p:nvGraphicFramePr>
        <p:xfrm>
          <a:off x="628650" y="1369218"/>
          <a:ext cx="7886700" cy="32635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35DB3719-6FDC-4E5D-891D-FF40B7300F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8650" y="273843"/>
            <a:ext cx="7886700" cy="994173"/>
          </a:xfrm>
        </p:spPr>
        <p:txBody>
          <a:bodyPr>
            <a:normAutofit/>
          </a:bodyPr>
          <a:lstStyle/>
          <a:p>
            <a:pPr marL="0" lvl="0" indent="0">
              <a:lnSpc>
                <a:spcPct val="90000"/>
              </a:lnSpc>
              <a:buNone/>
            </a:pPr>
            <a:r>
              <a:rPr lang="en-US" sz="3500"/>
              <a:t>Comparison of Tibbles and Data Frames</a:t>
            </a:r>
          </a:p>
        </p:txBody>
      </p:sp>
      <p:sp>
        <p:nvSpPr>
          <p:cNvPr id="27" name="sketch line">
            <a:extLst>
              <a:ext uri="{FF2B5EF4-FFF2-40B4-BE49-F238E27FC236}">
                <a16:creationId xmlns:a16="http://schemas.microsoft.com/office/drawing/2014/main" id="{E0CBAC23-2E3F-4A90-BA59-F8299F6A54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28650" y="1398984"/>
            <a:ext cx="7818120" cy="13716"/>
          </a:xfrm>
          <a:custGeom>
            <a:avLst/>
            <a:gdLst>
              <a:gd name="csX0" fmla="*/ 0 w 7818120"/>
              <a:gd name="csY0" fmla="*/ 0 h 13716"/>
              <a:gd name="csX1" fmla="*/ 416966 w 7818120"/>
              <a:gd name="csY1" fmla="*/ 0 h 13716"/>
              <a:gd name="csX2" fmla="*/ 1146658 w 7818120"/>
              <a:gd name="csY2" fmla="*/ 0 h 13716"/>
              <a:gd name="csX3" fmla="*/ 1563624 w 7818120"/>
              <a:gd name="csY3" fmla="*/ 0 h 13716"/>
              <a:gd name="csX4" fmla="*/ 2136953 w 7818120"/>
              <a:gd name="csY4" fmla="*/ 0 h 13716"/>
              <a:gd name="csX5" fmla="*/ 2944825 w 7818120"/>
              <a:gd name="csY5" fmla="*/ 0 h 13716"/>
              <a:gd name="csX6" fmla="*/ 3596335 w 7818120"/>
              <a:gd name="csY6" fmla="*/ 0 h 13716"/>
              <a:gd name="csX7" fmla="*/ 4326026 w 7818120"/>
              <a:gd name="csY7" fmla="*/ 0 h 13716"/>
              <a:gd name="csX8" fmla="*/ 4899355 w 7818120"/>
              <a:gd name="csY8" fmla="*/ 0 h 13716"/>
              <a:gd name="csX9" fmla="*/ 5550865 w 7818120"/>
              <a:gd name="csY9" fmla="*/ 0 h 13716"/>
              <a:gd name="csX10" fmla="*/ 6358738 w 7818120"/>
              <a:gd name="csY10" fmla="*/ 0 h 13716"/>
              <a:gd name="csX11" fmla="*/ 6853885 w 7818120"/>
              <a:gd name="csY11" fmla="*/ 0 h 13716"/>
              <a:gd name="csX12" fmla="*/ 7818120 w 7818120"/>
              <a:gd name="csY12" fmla="*/ 0 h 13716"/>
              <a:gd name="csX13" fmla="*/ 7818120 w 7818120"/>
              <a:gd name="csY13" fmla="*/ 13716 h 13716"/>
              <a:gd name="csX14" fmla="*/ 7244791 w 7818120"/>
              <a:gd name="csY14" fmla="*/ 13716 h 13716"/>
              <a:gd name="csX15" fmla="*/ 6827825 w 7818120"/>
              <a:gd name="csY15" fmla="*/ 13716 h 13716"/>
              <a:gd name="csX16" fmla="*/ 6176315 w 7818120"/>
              <a:gd name="csY16" fmla="*/ 13716 h 13716"/>
              <a:gd name="csX17" fmla="*/ 5681167 w 7818120"/>
              <a:gd name="csY17" fmla="*/ 13716 h 13716"/>
              <a:gd name="csX18" fmla="*/ 5029657 w 7818120"/>
              <a:gd name="csY18" fmla="*/ 13716 h 13716"/>
              <a:gd name="csX19" fmla="*/ 4378147 w 7818120"/>
              <a:gd name="csY19" fmla="*/ 13716 h 13716"/>
              <a:gd name="csX20" fmla="*/ 3726637 w 7818120"/>
              <a:gd name="csY20" fmla="*/ 13716 h 13716"/>
              <a:gd name="csX21" fmla="*/ 3075127 w 7818120"/>
              <a:gd name="csY21" fmla="*/ 13716 h 13716"/>
              <a:gd name="csX22" fmla="*/ 2501798 w 7818120"/>
              <a:gd name="csY22" fmla="*/ 13716 h 13716"/>
              <a:gd name="csX23" fmla="*/ 1772107 w 7818120"/>
              <a:gd name="csY23" fmla="*/ 13716 h 13716"/>
              <a:gd name="csX24" fmla="*/ 1120597 w 7818120"/>
              <a:gd name="csY24" fmla="*/ 13716 h 13716"/>
              <a:gd name="csX25" fmla="*/ 0 w 7818120"/>
              <a:gd name="csY25" fmla="*/ 13716 h 13716"/>
              <a:gd name="csX26" fmla="*/ 0 w 7818120"/>
              <a:gd name="csY26" fmla="*/ 0 h 137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7818120" h="13716" fill="none" extrusionOk="0">
                <a:moveTo>
                  <a:pt x="0" y="0"/>
                </a:moveTo>
                <a:cubicBezTo>
                  <a:pt x="121520" y="-12182"/>
                  <a:pt x="211324" y="18247"/>
                  <a:pt x="416966" y="0"/>
                </a:cubicBezTo>
                <a:cubicBezTo>
                  <a:pt x="622608" y="-18247"/>
                  <a:pt x="891241" y="-13744"/>
                  <a:pt x="1146658" y="0"/>
                </a:cubicBezTo>
                <a:cubicBezTo>
                  <a:pt x="1402075" y="13744"/>
                  <a:pt x="1378880" y="-8543"/>
                  <a:pt x="1563624" y="0"/>
                </a:cubicBezTo>
                <a:cubicBezTo>
                  <a:pt x="1748368" y="8543"/>
                  <a:pt x="1972300" y="7443"/>
                  <a:pt x="2136953" y="0"/>
                </a:cubicBezTo>
                <a:cubicBezTo>
                  <a:pt x="2301606" y="-7443"/>
                  <a:pt x="2679634" y="12382"/>
                  <a:pt x="2944825" y="0"/>
                </a:cubicBezTo>
                <a:cubicBezTo>
                  <a:pt x="3210016" y="-12382"/>
                  <a:pt x="3409232" y="17967"/>
                  <a:pt x="3596335" y="0"/>
                </a:cubicBezTo>
                <a:cubicBezTo>
                  <a:pt x="3783438" y="-17967"/>
                  <a:pt x="4002523" y="-28578"/>
                  <a:pt x="4326026" y="0"/>
                </a:cubicBezTo>
                <a:cubicBezTo>
                  <a:pt x="4649529" y="28578"/>
                  <a:pt x="4777384" y="-3624"/>
                  <a:pt x="4899355" y="0"/>
                </a:cubicBezTo>
                <a:cubicBezTo>
                  <a:pt x="5021326" y="3624"/>
                  <a:pt x="5317653" y="1281"/>
                  <a:pt x="5550865" y="0"/>
                </a:cubicBezTo>
                <a:cubicBezTo>
                  <a:pt x="5784077" y="-1281"/>
                  <a:pt x="6142956" y="-39637"/>
                  <a:pt x="6358738" y="0"/>
                </a:cubicBezTo>
                <a:cubicBezTo>
                  <a:pt x="6574520" y="39637"/>
                  <a:pt x="6724785" y="-4460"/>
                  <a:pt x="6853885" y="0"/>
                </a:cubicBezTo>
                <a:cubicBezTo>
                  <a:pt x="6982985" y="4460"/>
                  <a:pt x="7403044" y="-1955"/>
                  <a:pt x="7818120" y="0"/>
                </a:cubicBezTo>
                <a:cubicBezTo>
                  <a:pt x="7818217" y="2784"/>
                  <a:pt x="7818136" y="9558"/>
                  <a:pt x="7818120" y="13716"/>
                </a:cubicBezTo>
                <a:cubicBezTo>
                  <a:pt x="7698847" y="-7839"/>
                  <a:pt x="7390924" y="18407"/>
                  <a:pt x="7244791" y="13716"/>
                </a:cubicBezTo>
                <a:cubicBezTo>
                  <a:pt x="7098658" y="9025"/>
                  <a:pt x="6952735" y="24785"/>
                  <a:pt x="6827825" y="13716"/>
                </a:cubicBezTo>
                <a:cubicBezTo>
                  <a:pt x="6702915" y="2647"/>
                  <a:pt x="6338661" y="29958"/>
                  <a:pt x="6176315" y="13716"/>
                </a:cubicBezTo>
                <a:cubicBezTo>
                  <a:pt x="6013969" y="-2526"/>
                  <a:pt x="5850602" y="1790"/>
                  <a:pt x="5681167" y="13716"/>
                </a:cubicBezTo>
                <a:cubicBezTo>
                  <a:pt x="5511732" y="25642"/>
                  <a:pt x="5312143" y="-4154"/>
                  <a:pt x="5029657" y="13716"/>
                </a:cubicBezTo>
                <a:cubicBezTo>
                  <a:pt x="4747171" y="31586"/>
                  <a:pt x="4655062" y="26168"/>
                  <a:pt x="4378147" y="13716"/>
                </a:cubicBezTo>
                <a:cubicBezTo>
                  <a:pt x="4101232" y="1265"/>
                  <a:pt x="4037646" y="40134"/>
                  <a:pt x="3726637" y="13716"/>
                </a:cubicBezTo>
                <a:cubicBezTo>
                  <a:pt x="3415628" y="-12702"/>
                  <a:pt x="3321756" y="40935"/>
                  <a:pt x="3075127" y="13716"/>
                </a:cubicBezTo>
                <a:cubicBezTo>
                  <a:pt x="2828498" y="-13503"/>
                  <a:pt x="2684733" y="10281"/>
                  <a:pt x="2501798" y="13716"/>
                </a:cubicBezTo>
                <a:cubicBezTo>
                  <a:pt x="2318863" y="17151"/>
                  <a:pt x="2121844" y="-17585"/>
                  <a:pt x="1772107" y="13716"/>
                </a:cubicBezTo>
                <a:cubicBezTo>
                  <a:pt x="1422370" y="45017"/>
                  <a:pt x="1431548" y="27094"/>
                  <a:pt x="1120597" y="13716"/>
                </a:cubicBezTo>
                <a:cubicBezTo>
                  <a:pt x="809646" y="339"/>
                  <a:pt x="246393" y="51668"/>
                  <a:pt x="0" y="13716"/>
                </a:cubicBezTo>
                <a:cubicBezTo>
                  <a:pt x="-100" y="9589"/>
                  <a:pt x="468" y="2983"/>
                  <a:pt x="0" y="0"/>
                </a:cubicBezTo>
                <a:close/>
              </a:path>
              <a:path w="7818120" h="13716" stroke="0" extrusionOk="0">
                <a:moveTo>
                  <a:pt x="0" y="0"/>
                </a:moveTo>
                <a:cubicBezTo>
                  <a:pt x="177487" y="-4302"/>
                  <a:pt x="287499" y="4997"/>
                  <a:pt x="573329" y="0"/>
                </a:cubicBezTo>
                <a:cubicBezTo>
                  <a:pt x="859159" y="-4997"/>
                  <a:pt x="821965" y="-336"/>
                  <a:pt x="990295" y="0"/>
                </a:cubicBezTo>
                <a:cubicBezTo>
                  <a:pt x="1158625" y="336"/>
                  <a:pt x="1587918" y="-4681"/>
                  <a:pt x="1798168" y="0"/>
                </a:cubicBezTo>
                <a:cubicBezTo>
                  <a:pt x="2008418" y="4681"/>
                  <a:pt x="2088841" y="-2754"/>
                  <a:pt x="2371496" y="0"/>
                </a:cubicBezTo>
                <a:cubicBezTo>
                  <a:pt x="2654151" y="2754"/>
                  <a:pt x="2701462" y="-24976"/>
                  <a:pt x="2944825" y="0"/>
                </a:cubicBezTo>
                <a:cubicBezTo>
                  <a:pt x="3188188" y="24976"/>
                  <a:pt x="3511636" y="25407"/>
                  <a:pt x="3752698" y="0"/>
                </a:cubicBezTo>
                <a:cubicBezTo>
                  <a:pt x="3993760" y="-25407"/>
                  <a:pt x="4107153" y="6432"/>
                  <a:pt x="4247845" y="0"/>
                </a:cubicBezTo>
                <a:cubicBezTo>
                  <a:pt x="4388537" y="-6432"/>
                  <a:pt x="4835598" y="-5108"/>
                  <a:pt x="5055718" y="0"/>
                </a:cubicBezTo>
                <a:cubicBezTo>
                  <a:pt x="5275838" y="5108"/>
                  <a:pt x="5461006" y="-24536"/>
                  <a:pt x="5863590" y="0"/>
                </a:cubicBezTo>
                <a:cubicBezTo>
                  <a:pt x="6266174" y="24536"/>
                  <a:pt x="6355549" y="-19657"/>
                  <a:pt x="6515100" y="0"/>
                </a:cubicBezTo>
                <a:cubicBezTo>
                  <a:pt x="6674651" y="19657"/>
                  <a:pt x="7275423" y="-57462"/>
                  <a:pt x="7818120" y="0"/>
                </a:cubicBezTo>
                <a:cubicBezTo>
                  <a:pt x="7817446" y="5682"/>
                  <a:pt x="7817517" y="9439"/>
                  <a:pt x="7818120" y="13716"/>
                </a:cubicBezTo>
                <a:cubicBezTo>
                  <a:pt x="7610240" y="34"/>
                  <a:pt x="7521789" y="3149"/>
                  <a:pt x="7401154" y="13716"/>
                </a:cubicBezTo>
                <a:cubicBezTo>
                  <a:pt x="7280519" y="24283"/>
                  <a:pt x="6930719" y="-347"/>
                  <a:pt x="6593281" y="13716"/>
                </a:cubicBezTo>
                <a:cubicBezTo>
                  <a:pt x="6255843" y="27779"/>
                  <a:pt x="6286682" y="-3410"/>
                  <a:pt x="6098134" y="13716"/>
                </a:cubicBezTo>
                <a:cubicBezTo>
                  <a:pt x="5909586" y="30842"/>
                  <a:pt x="5602789" y="44024"/>
                  <a:pt x="5446624" y="13716"/>
                </a:cubicBezTo>
                <a:cubicBezTo>
                  <a:pt x="5290459" y="-16592"/>
                  <a:pt x="4917039" y="17388"/>
                  <a:pt x="4638751" y="13716"/>
                </a:cubicBezTo>
                <a:cubicBezTo>
                  <a:pt x="4360463" y="10044"/>
                  <a:pt x="4304690" y="878"/>
                  <a:pt x="3987241" y="13716"/>
                </a:cubicBezTo>
                <a:cubicBezTo>
                  <a:pt x="3669792" y="26555"/>
                  <a:pt x="3758742" y="27979"/>
                  <a:pt x="3570275" y="13716"/>
                </a:cubicBezTo>
                <a:cubicBezTo>
                  <a:pt x="3381808" y="-547"/>
                  <a:pt x="3267153" y="31628"/>
                  <a:pt x="3075127" y="13716"/>
                </a:cubicBezTo>
                <a:cubicBezTo>
                  <a:pt x="2883101" y="-4196"/>
                  <a:pt x="2665825" y="6401"/>
                  <a:pt x="2267255" y="13716"/>
                </a:cubicBezTo>
                <a:cubicBezTo>
                  <a:pt x="1868685" y="21031"/>
                  <a:pt x="1884698" y="23838"/>
                  <a:pt x="1615745" y="13716"/>
                </a:cubicBezTo>
                <a:cubicBezTo>
                  <a:pt x="1346792" y="3595"/>
                  <a:pt x="1320952" y="5858"/>
                  <a:pt x="1120597" y="13716"/>
                </a:cubicBezTo>
                <a:cubicBezTo>
                  <a:pt x="920242" y="21574"/>
                  <a:pt x="556507" y="46218"/>
                  <a:pt x="0" y="13716"/>
                </a:cubicBezTo>
                <a:cubicBezTo>
                  <a:pt x="303" y="7982"/>
                  <a:pt x="182" y="5202"/>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3153786336"/>
              </p:ext>
            </p:extLst>
          </p:nvPr>
        </p:nvGraphicFramePr>
        <p:xfrm>
          <a:off x="878703" y="1671065"/>
          <a:ext cx="7386595" cy="2961657"/>
        </p:xfrm>
        <a:graphic>
          <a:graphicData uri="http://schemas.openxmlformats.org/drawingml/2006/table">
            <a:tbl>
              <a:tblPr firstRow="1" bandRow="1">
                <a:tableStyleId>{5C22544A-7EE6-4342-B048-85BDC9FD1C3A}</a:tableStyleId>
              </a:tblPr>
              <a:tblGrid>
                <a:gridCol w="1748111">
                  <a:extLst>
                    <a:ext uri="{9D8B030D-6E8A-4147-A177-3AD203B41FA5}">
                      <a16:colId xmlns:a16="http://schemas.microsoft.com/office/drawing/2014/main" val="20000"/>
                    </a:ext>
                  </a:extLst>
                </a:gridCol>
                <a:gridCol w="2836225">
                  <a:extLst>
                    <a:ext uri="{9D8B030D-6E8A-4147-A177-3AD203B41FA5}">
                      <a16:colId xmlns:a16="http://schemas.microsoft.com/office/drawing/2014/main" val="20001"/>
                    </a:ext>
                  </a:extLst>
                </a:gridCol>
                <a:gridCol w="2802259">
                  <a:extLst>
                    <a:ext uri="{9D8B030D-6E8A-4147-A177-3AD203B41FA5}">
                      <a16:colId xmlns:a16="http://schemas.microsoft.com/office/drawing/2014/main" val="20002"/>
                    </a:ext>
                  </a:extLst>
                </a:gridCol>
              </a:tblGrid>
              <a:tr h="313927">
                <a:tc>
                  <a:txBody>
                    <a:bodyPr/>
                    <a:lstStyle/>
                    <a:p>
                      <a:pPr marL="0" lvl="0" indent="0">
                        <a:buNone/>
                      </a:pPr>
                      <a:r>
                        <a:rPr lang="en-US" sz="1300"/>
                        <a:t>Feature</a:t>
                      </a:r>
                    </a:p>
                  </a:txBody>
                  <a:tcPr marL="81203" marR="81203" marT="40602" marB="40602"/>
                </a:tc>
                <a:tc>
                  <a:txBody>
                    <a:bodyPr/>
                    <a:lstStyle/>
                    <a:p>
                      <a:pPr marL="0" lvl="0" indent="0">
                        <a:buNone/>
                      </a:pPr>
                      <a:r>
                        <a:rPr lang="en-US" sz="1300"/>
                        <a:t>Tibbles</a:t>
                      </a:r>
                    </a:p>
                  </a:txBody>
                  <a:tcPr marL="81203" marR="81203" marT="40602" marB="40602"/>
                </a:tc>
                <a:tc>
                  <a:txBody>
                    <a:bodyPr/>
                    <a:lstStyle/>
                    <a:p>
                      <a:pPr marL="0" lvl="0" indent="0">
                        <a:buNone/>
                      </a:pPr>
                      <a:r>
                        <a:rPr lang="en-US" sz="1300"/>
                        <a:t>Data Frames</a:t>
                      </a:r>
                    </a:p>
                  </a:txBody>
                  <a:tcPr marL="81203" marR="81203" marT="40602" marB="40602"/>
                </a:tc>
                <a:extLst>
                  <a:ext uri="{0D108BD9-81ED-4DB2-BD59-A6C34878D82A}">
                    <a16:rowId xmlns:a16="http://schemas.microsoft.com/office/drawing/2014/main" val="10000"/>
                  </a:ext>
                </a:extLst>
              </a:tr>
              <a:tr h="504969">
                <a:tc>
                  <a:txBody>
                    <a:bodyPr/>
                    <a:lstStyle/>
                    <a:p>
                      <a:pPr marL="0" lvl="0" indent="0">
                        <a:buNone/>
                      </a:pPr>
                      <a:r>
                        <a:rPr lang="en-US" sz="1300"/>
                        <a:t>Printing</a:t>
                      </a:r>
                    </a:p>
                  </a:txBody>
                  <a:tcPr marL="81203" marR="81203" marT="40602" marB="40602"/>
                </a:tc>
                <a:tc>
                  <a:txBody>
                    <a:bodyPr/>
                    <a:lstStyle/>
                    <a:p>
                      <a:pPr marL="0" lvl="0" indent="0">
                        <a:buNone/>
                      </a:pPr>
                      <a:r>
                        <a:rPr lang="en-US" sz="1300"/>
                        <a:t>Displays the first 10 rows, user-friendly</a:t>
                      </a:r>
                    </a:p>
                  </a:txBody>
                  <a:tcPr marL="81203" marR="81203" marT="40602" marB="40602"/>
                </a:tc>
                <a:tc>
                  <a:txBody>
                    <a:bodyPr/>
                    <a:lstStyle/>
                    <a:p>
                      <a:pPr marL="0" lvl="0" indent="0">
                        <a:buNone/>
                      </a:pPr>
                      <a:r>
                        <a:rPr lang="en-US" sz="1300"/>
                        <a:t>Prints all rows, which can be overwhelming</a:t>
                      </a:r>
                    </a:p>
                  </a:txBody>
                  <a:tcPr marL="81203" marR="81203" marT="40602" marB="40602"/>
                </a:tc>
                <a:extLst>
                  <a:ext uri="{0D108BD9-81ED-4DB2-BD59-A6C34878D82A}">
                    <a16:rowId xmlns:a16="http://schemas.microsoft.com/office/drawing/2014/main" val="10001"/>
                  </a:ext>
                </a:extLst>
              </a:tr>
              <a:tr h="504969">
                <a:tc>
                  <a:txBody>
                    <a:bodyPr/>
                    <a:lstStyle/>
                    <a:p>
                      <a:pPr marL="0" lvl="0" indent="0">
                        <a:buNone/>
                      </a:pPr>
                      <a:r>
                        <a:rPr lang="en-US" sz="1300"/>
                        <a:t>Column Types</a:t>
                      </a:r>
                    </a:p>
                  </a:txBody>
                  <a:tcPr marL="81203" marR="81203" marT="40602" marB="40602"/>
                </a:tc>
                <a:tc>
                  <a:txBody>
                    <a:bodyPr/>
                    <a:lstStyle/>
                    <a:p>
                      <a:pPr marL="0" lvl="0" indent="0">
                        <a:buNone/>
                      </a:pPr>
                      <a:r>
                        <a:rPr lang="en-US" sz="1300"/>
                        <a:t>Displays column types alongside data</a:t>
                      </a:r>
                    </a:p>
                  </a:txBody>
                  <a:tcPr marL="81203" marR="81203" marT="40602" marB="40602"/>
                </a:tc>
                <a:tc>
                  <a:txBody>
                    <a:bodyPr/>
                    <a:lstStyle/>
                    <a:p>
                      <a:pPr marL="0" lvl="0" indent="0">
                        <a:buNone/>
                      </a:pPr>
                      <a:r>
                        <a:rPr lang="en-US" sz="1300"/>
                        <a:t>Does not display column types clearly</a:t>
                      </a:r>
                    </a:p>
                  </a:txBody>
                  <a:tcPr marL="81203" marR="81203" marT="40602" marB="40602"/>
                </a:tc>
                <a:extLst>
                  <a:ext uri="{0D108BD9-81ED-4DB2-BD59-A6C34878D82A}">
                    <a16:rowId xmlns:a16="http://schemas.microsoft.com/office/drawing/2014/main" val="10002"/>
                  </a:ext>
                </a:extLst>
              </a:tr>
              <a:tr h="313927">
                <a:tc>
                  <a:txBody>
                    <a:bodyPr/>
                    <a:lstStyle/>
                    <a:p>
                      <a:pPr marL="0" lvl="0" indent="0">
                        <a:buNone/>
                      </a:pPr>
                      <a:r>
                        <a:rPr lang="en-US" sz="1300"/>
                        <a:t>Row Names</a:t>
                      </a:r>
                    </a:p>
                  </a:txBody>
                  <a:tcPr marL="81203" marR="81203" marT="40602" marB="40602"/>
                </a:tc>
                <a:tc>
                  <a:txBody>
                    <a:bodyPr/>
                    <a:lstStyle/>
                    <a:p>
                      <a:pPr marL="0" lvl="0" indent="0">
                        <a:buNone/>
                      </a:pPr>
                      <a:r>
                        <a:rPr lang="en-US" sz="1300"/>
                        <a:t>Does not support row names</a:t>
                      </a:r>
                    </a:p>
                  </a:txBody>
                  <a:tcPr marL="81203" marR="81203" marT="40602" marB="40602"/>
                </a:tc>
                <a:tc>
                  <a:txBody>
                    <a:bodyPr/>
                    <a:lstStyle/>
                    <a:p>
                      <a:pPr marL="0" lvl="0" indent="0">
                        <a:buNone/>
                      </a:pPr>
                      <a:r>
                        <a:rPr lang="en-US" sz="1300"/>
                        <a:t>Can have row names</a:t>
                      </a:r>
                    </a:p>
                  </a:txBody>
                  <a:tcPr marL="81203" marR="81203" marT="40602" marB="40602"/>
                </a:tc>
                <a:extLst>
                  <a:ext uri="{0D108BD9-81ED-4DB2-BD59-A6C34878D82A}">
                    <a16:rowId xmlns:a16="http://schemas.microsoft.com/office/drawing/2014/main" val="10003"/>
                  </a:ext>
                </a:extLst>
              </a:tr>
              <a:tr h="504969">
                <a:tc>
                  <a:txBody>
                    <a:bodyPr/>
                    <a:lstStyle/>
                    <a:p>
                      <a:pPr marL="0" lvl="0" indent="0">
                        <a:buNone/>
                      </a:pPr>
                      <a:r>
                        <a:rPr lang="en-US" sz="1300"/>
                        <a:t>Subsetting Behavior</a:t>
                      </a:r>
                    </a:p>
                  </a:txBody>
                  <a:tcPr marL="81203" marR="81203" marT="40602" marB="40602"/>
                </a:tc>
                <a:tc>
                  <a:txBody>
                    <a:bodyPr/>
                    <a:lstStyle/>
                    <a:p>
                      <a:pPr marL="0" lvl="0" indent="0">
                        <a:buNone/>
                      </a:pPr>
                      <a:r>
                        <a:rPr lang="en-US" sz="1300"/>
                        <a:t>Maintains tibble structure when subsetting</a:t>
                      </a:r>
                    </a:p>
                  </a:txBody>
                  <a:tcPr marL="81203" marR="81203" marT="40602" marB="40602"/>
                </a:tc>
                <a:tc>
                  <a:txBody>
                    <a:bodyPr/>
                    <a:lstStyle/>
                    <a:p>
                      <a:pPr marL="0" lvl="0" indent="0">
                        <a:buNone/>
                      </a:pPr>
                      <a:r>
                        <a:rPr lang="en-US" sz="1300"/>
                        <a:t>Converts to vector when single column is selected</a:t>
                      </a:r>
                    </a:p>
                  </a:txBody>
                  <a:tcPr marL="81203" marR="81203" marT="40602" marB="40602"/>
                </a:tc>
                <a:extLst>
                  <a:ext uri="{0D108BD9-81ED-4DB2-BD59-A6C34878D82A}">
                    <a16:rowId xmlns:a16="http://schemas.microsoft.com/office/drawing/2014/main" val="10004"/>
                  </a:ext>
                </a:extLst>
              </a:tr>
              <a:tr h="313927">
                <a:tc>
                  <a:txBody>
                    <a:bodyPr/>
                    <a:lstStyle/>
                    <a:p>
                      <a:pPr marL="0" lvl="0" indent="0">
                        <a:buNone/>
                      </a:pPr>
                      <a:r>
                        <a:rPr lang="en-US" sz="1300"/>
                        <a:t>Design Philosophy</a:t>
                      </a:r>
                    </a:p>
                  </a:txBody>
                  <a:tcPr marL="81203" marR="81203" marT="40602" marB="40602"/>
                </a:tc>
                <a:tc>
                  <a:txBody>
                    <a:bodyPr/>
                    <a:lstStyle/>
                    <a:p>
                      <a:pPr marL="0" lvl="0" indent="0">
                        <a:buNone/>
                      </a:pPr>
                      <a:r>
                        <a:rPr lang="en-US" sz="1300"/>
                        <a:t>Designed for use with the tidyverse</a:t>
                      </a:r>
                    </a:p>
                  </a:txBody>
                  <a:tcPr marL="81203" marR="81203" marT="40602" marB="40602"/>
                </a:tc>
                <a:tc>
                  <a:txBody>
                    <a:bodyPr/>
                    <a:lstStyle/>
                    <a:p>
                      <a:pPr marL="0" lvl="0" indent="0">
                        <a:buNone/>
                      </a:pPr>
                      <a:r>
                        <a:rPr lang="en-US" sz="1300"/>
                        <a:t>Traditional structure in base R</a:t>
                      </a:r>
                    </a:p>
                  </a:txBody>
                  <a:tcPr marL="81203" marR="81203" marT="40602" marB="40602"/>
                </a:tc>
                <a:extLst>
                  <a:ext uri="{0D108BD9-81ED-4DB2-BD59-A6C34878D82A}">
                    <a16:rowId xmlns:a16="http://schemas.microsoft.com/office/drawing/2014/main" val="10005"/>
                  </a:ext>
                </a:extLst>
              </a:tr>
              <a:tr h="504969">
                <a:tc>
                  <a:txBody>
                    <a:bodyPr/>
                    <a:lstStyle/>
                    <a:p>
                      <a:pPr marL="0" lvl="0" indent="0">
                        <a:buNone/>
                      </a:pPr>
                      <a:r>
                        <a:rPr lang="en-US" sz="1300"/>
                        <a:t>Handling of Data</a:t>
                      </a:r>
                    </a:p>
                  </a:txBody>
                  <a:tcPr marL="81203" marR="81203" marT="40602" marB="40602"/>
                </a:tc>
                <a:tc>
                  <a:txBody>
                    <a:bodyPr/>
                    <a:lstStyle/>
                    <a:p>
                      <a:pPr marL="0" lvl="0" indent="0">
                        <a:buNone/>
                      </a:pPr>
                      <a:r>
                        <a:rPr lang="en-US" sz="1300"/>
                        <a:t>Enforces stricter rules that avoid common errors</a:t>
                      </a:r>
                    </a:p>
                  </a:txBody>
                  <a:tcPr marL="81203" marR="81203" marT="40602" marB="40602"/>
                </a:tc>
                <a:tc>
                  <a:txBody>
                    <a:bodyPr/>
                    <a:lstStyle/>
                    <a:p>
                      <a:pPr marL="0" lvl="0" indent="0">
                        <a:buNone/>
                      </a:pPr>
                      <a:r>
                        <a:rPr lang="en-US" sz="1300"/>
                        <a:t>More flexible but can lead to confusion</a:t>
                      </a:r>
                    </a:p>
                  </a:txBody>
                  <a:tcPr marL="81203" marR="81203" marT="40602" marB="40602"/>
                </a:tc>
                <a:extLst>
                  <a:ext uri="{0D108BD9-81ED-4DB2-BD59-A6C34878D82A}">
                    <a16:rowId xmlns:a16="http://schemas.microsoft.com/office/drawing/2014/main" val="10006"/>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502</TotalTime>
  <Words>2128</Words>
  <Application>Microsoft Office PowerPoint</Application>
  <PresentationFormat>On-screen Show (16:9)</PresentationFormat>
  <Paragraphs>244</Paragraphs>
  <Slides>31</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Aptos</vt:lpstr>
      <vt:lpstr>Arial</vt:lpstr>
      <vt:lpstr>Calibri</vt:lpstr>
      <vt:lpstr>Courier</vt:lpstr>
      <vt:lpstr>Office Theme</vt:lpstr>
      <vt:lpstr>Introduction to R</vt:lpstr>
      <vt:lpstr>Foundations of Version Control with Git and GitHub</vt:lpstr>
      <vt:lpstr>What is Git? </vt:lpstr>
      <vt:lpstr>Download GitHub Desktop</vt:lpstr>
      <vt:lpstr>Basic Git Workflow</vt:lpstr>
      <vt:lpstr>Git vs GitHub</vt:lpstr>
      <vt:lpstr>Create a GitHub Account</vt:lpstr>
      <vt:lpstr>GitHub Workflow</vt:lpstr>
      <vt:lpstr>What is R?</vt:lpstr>
      <vt:lpstr>Key Features of R:</vt:lpstr>
      <vt:lpstr>RStudio Environment</vt:lpstr>
      <vt:lpstr>RStudio Environment (continued)</vt:lpstr>
      <vt:lpstr>Key Features of RMarkdown</vt:lpstr>
      <vt:lpstr>How to Use RMarkdown</vt:lpstr>
      <vt:lpstr>Example Header</vt:lpstr>
      <vt:lpstr>Vectors</vt:lpstr>
      <vt:lpstr>Working with Vectors</vt:lpstr>
      <vt:lpstr>Indexing</vt:lpstr>
      <vt:lpstr>Working with Vector Operators</vt:lpstr>
      <vt:lpstr>Dataframes</vt:lpstr>
      <vt:lpstr>Logical Operators</vt:lpstr>
      <vt:lpstr>Logical Operators Application</vt:lpstr>
      <vt:lpstr>Tidyverse</vt:lpstr>
      <vt:lpstr>Core Components of Tidyverse</vt:lpstr>
      <vt:lpstr>Components of Tidyverse</vt:lpstr>
      <vt:lpstr>Load Data Set</vt:lpstr>
      <vt:lpstr>View Data in Spreadsheet Format</vt:lpstr>
      <vt:lpstr>Missing Data</vt:lpstr>
      <vt:lpstr>Essential Tidyverse Functions in dplyr</vt:lpstr>
      <vt:lpstr>Essential Functions in dplyr</vt:lpstr>
      <vt:lpstr>Comparison of Tibbles and Data Frames</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dc:title>
  <dc:creator>Caroline Hutchings</dc:creator>
  <cp:keywords/>
  <cp:lastModifiedBy>Hutchings, Caroline</cp:lastModifiedBy>
  <cp:revision>2</cp:revision>
  <dcterms:created xsi:type="dcterms:W3CDTF">2025-05-24T21:45:05Z</dcterms:created>
  <dcterms:modified xsi:type="dcterms:W3CDTF">2026-05-17T04:03:22Z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May 24, 2025</vt:lpwstr>
  </property>
  <property fmtid="{D5CDD505-2E9C-101B-9397-08002B2CF9AE}" pid="3" name="output">
    <vt:lpwstr/>
  </property>
</Properties>
</file>